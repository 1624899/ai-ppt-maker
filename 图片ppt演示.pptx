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_re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_re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_re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4_re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5_re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