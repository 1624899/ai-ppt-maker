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58" r:id="rId4"/>
    <p:sldId id="260" r:id="rId5"/>
    <p:sldId id="262" r:id="rId7"/>
    <p:sldId id="264" r:id="rId8"/>
  </p:sldIdLst>
  <p:sldSz cx="12191365" cy="685736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6" userDrawn="1">
          <p15:clr>
            <a:srgbClr val="A4A3A4"/>
          </p15:clr>
        </p15:guide>
        <p15:guide id="2" pos="2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3BE"/>
    <a:srgbClr val="3070F7"/>
    <a:srgbClr val="00008F"/>
    <a:srgbClr val="002199"/>
    <a:srgbClr val="00229E"/>
    <a:srgbClr val="0024A1"/>
    <a:srgbClr val="BDD1F6"/>
    <a:srgbClr val="0145BB"/>
    <a:srgbClr val="FCFDFD"/>
    <a:srgbClr val="F5F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16"/>
        <p:guide pos="29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689" y="1143000"/>
            <a:ext cx="548662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image" Target="../media/image99.png"/><Relationship Id="rId98" Type="http://schemas.openxmlformats.org/officeDocument/2006/relationships/image" Target="../media/image98.png"/><Relationship Id="rId97" Type="http://schemas.openxmlformats.org/officeDocument/2006/relationships/image" Target="../media/image97.png"/><Relationship Id="rId96" Type="http://schemas.openxmlformats.org/officeDocument/2006/relationships/image" Target="../media/image96.png"/><Relationship Id="rId95" Type="http://schemas.openxmlformats.org/officeDocument/2006/relationships/image" Target="../media/image95.png"/><Relationship Id="rId94" Type="http://schemas.openxmlformats.org/officeDocument/2006/relationships/image" Target="../media/image94.png"/><Relationship Id="rId93" Type="http://schemas.openxmlformats.org/officeDocument/2006/relationships/image" Target="../media/image93.png"/><Relationship Id="rId92" Type="http://schemas.openxmlformats.org/officeDocument/2006/relationships/image" Target="../media/image92.png"/><Relationship Id="rId91" Type="http://schemas.openxmlformats.org/officeDocument/2006/relationships/image" Target="../media/image91.png"/><Relationship Id="rId90" Type="http://schemas.openxmlformats.org/officeDocument/2006/relationships/image" Target="../media/image90.png"/><Relationship Id="rId9" Type="http://schemas.openxmlformats.org/officeDocument/2006/relationships/image" Target="../media/image9.png"/><Relationship Id="rId89" Type="http://schemas.openxmlformats.org/officeDocument/2006/relationships/image" Target="../media/image89.png"/><Relationship Id="rId88" Type="http://schemas.openxmlformats.org/officeDocument/2006/relationships/image" Target="../media/image88.png"/><Relationship Id="rId87" Type="http://schemas.openxmlformats.org/officeDocument/2006/relationships/image" Target="../media/image87.png"/><Relationship Id="rId86" Type="http://schemas.openxmlformats.org/officeDocument/2006/relationships/image" Target="../media/image86.png"/><Relationship Id="rId85" Type="http://schemas.openxmlformats.org/officeDocument/2006/relationships/image" Target="../media/image85.png"/><Relationship Id="rId84" Type="http://schemas.openxmlformats.org/officeDocument/2006/relationships/image" Target="../media/image84.png"/><Relationship Id="rId83" Type="http://schemas.openxmlformats.org/officeDocument/2006/relationships/image" Target="../media/image83.png"/><Relationship Id="rId82" Type="http://schemas.openxmlformats.org/officeDocument/2006/relationships/image" Target="../media/image82.png"/><Relationship Id="rId81" Type="http://schemas.openxmlformats.org/officeDocument/2006/relationships/image" Target="../media/image81.png"/><Relationship Id="rId80" Type="http://schemas.openxmlformats.org/officeDocument/2006/relationships/image" Target="../media/image80.png"/><Relationship Id="rId8" Type="http://schemas.openxmlformats.org/officeDocument/2006/relationships/image" Target="../media/image8.png"/><Relationship Id="rId79" Type="http://schemas.openxmlformats.org/officeDocument/2006/relationships/image" Target="../media/image79.png"/><Relationship Id="rId78" Type="http://schemas.openxmlformats.org/officeDocument/2006/relationships/image" Target="../media/image78.png"/><Relationship Id="rId77" Type="http://schemas.openxmlformats.org/officeDocument/2006/relationships/image" Target="../media/image77.png"/><Relationship Id="rId76" Type="http://schemas.openxmlformats.org/officeDocument/2006/relationships/image" Target="../media/image76.png"/><Relationship Id="rId75" Type="http://schemas.openxmlformats.org/officeDocument/2006/relationships/image" Target="../media/image75.png"/><Relationship Id="rId74" Type="http://schemas.openxmlformats.org/officeDocument/2006/relationships/image" Target="../media/image74.png"/><Relationship Id="rId73" Type="http://schemas.openxmlformats.org/officeDocument/2006/relationships/image" Target="../media/image73.png"/><Relationship Id="rId72" Type="http://schemas.openxmlformats.org/officeDocument/2006/relationships/image" Target="../media/image72.png"/><Relationship Id="rId71" Type="http://schemas.openxmlformats.org/officeDocument/2006/relationships/image" Target="../media/image71.png"/><Relationship Id="rId70" Type="http://schemas.openxmlformats.org/officeDocument/2006/relationships/image" Target="../media/image70.png"/><Relationship Id="rId7" Type="http://schemas.openxmlformats.org/officeDocument/2006/relationships/image" Target="../media/image7.png"/><Relationship Id="rId69" Type="http://schemas.openxmlformats.org/officeDocument/2006/relationships/image" Target="../media/image69.png"/><Relationship Id="rId68" Type="http://schemas.openxmlformats.org/officeDocument/2006/relationships/image" Target="../media/image68.png"/><Relationship Id="rId67" Type="http://schemas.openxmlformats.org/officeDocument/2006/relationships/image" Target="../media/image67.png"/><Relationship Id="rId66" Type="http://schemas.openxmlformats.org/officeDocument/2006/relationships/image" Target="../media/image66.png"/><Relationship Id="rId65" Type="http://schemas.openxmlformats.org/officeDocument/2006/relationships/image" Target="../media/image65.png"/><Relationship Id="rId64" Type="http://schemas.openxmlformats.org/officeDocument/2006/relationships/image" Target="../media/image64.png"/><Relationship Id="rId63" Type="http://schemas.openxmlformats.org/officeDocument/2006/relationships/image" Target="../media/image63.png"/><Relationship Id="rId62" Type="http://schemas.openxmlformats.org/officeDocument/2006/relationships/image" Target="../media/image62.png"/><Relationship Id="rId61" Type="http://schemas.openxmlformats.org/officeDocument/2006/relationships/image" Target="../media/image61.png"/><Relationship Id="rId60" Type="http://schemas.openxmlformats.org/officeDocument/2006/relationships/image" Target="../media/image60.png"/><Relationship Id="rId6" Type="http://schemas.openxmlformats.org/officeDocument/2006/relationships/image" Target="../media/image6.png"/><Relationship Id="rId59" Type="http://schemas.openxmlformats.org/officeDocument/2006/relationships/image" Target="../media/image59.png"/><Relationship Id="rId58" Type="http://schemas.openxmlformats.org/officeDocument/2006/relationships/image" Target="../media/image58.png"/><Relationship Id="rId57" Type="http://schemas.openxmlformats.org/officeDocument/2006/relationships/image" Target="../media/image57.png"/><Relationship Id="rId56" Type="http://schemas.openxmlformats.org/officeDocument/2006/relationships/image" Target="../media/image56.png"/><Relationship Id="rId55" Type="http://schemas.openxmlformats.org/officeDocument/2006/relationships/image" Target="../media/image55.png"/><Relationship Id="rId54" Type="http://schemas.openxmlformats.org/officeDocument/2006/relationships/image" Target="../media/image54.png"/><Relationship Id="rId53" Type="http://schemas.openxmlformats.org/officeDocument/2006/relationships/image" Target="../media/image53.png"/><Relationship Id="rId52" Type="http://schemas.openxmlformats.org/officeDocument/2006/relationships/image" Target="../media/image52.png"/><Relationship Id="rId51" Type="http://schemas.openxmlformats.org/officeDocument/2006/relationships/image" Target="../media/image51.png"/><Relationship Id="rId50" Type="http://schemas.openxmlformats.org/officeDocument/2006/relationships/image" Target="../media/image50.png"/><Relationship Id="rId5" Type="http://schemas.openxmlformats.org/officeDocument/2006/relationships/image" Target="../media/image5.png"/><Relationship Id="rId49" Type="http://schemas.openxmlformats.org/officeDocument/2006/relationships/image" Target="../media/image49.png"/><Relationship Id="rId48" Type="http://schemas.openxmlformats.org/officeDocument/2006/relationships/image" Target="../media/image48.png"/><Relationship Id="rId47" Type="http://schemas.openxmlformats.org/officeDocument/2006/relationships/image" Target="../media/image47.png"/><Relationship Id="rId46" Type="http://schemas.openxmlformats.org/officeDocument/2006/relationships/image" Target="../media/image46.png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8" Type="http://schemas.openxmlformats.org/officeDocument/2006/relationships/slideLayout" Target="../slideLayouts/slideLayout7.xml"/><Relationship Id="rId117" Type="http://schemas.openxmlformats.org/officeDocument/2006/relationships/image" Target="../media/image117.png"/><Relationship Id="rId116" Type="http://schemas.openxmlformats.org/officeDocument/2006/relationships/image" Target="../media/image116.png"/><Relationship Id="rId115" Type="http://schemas.openxmlformats.org/officeDocument/2006/relationships/image" Target="../media/image115.png"/><Relationship Id="rId114" Type="http://schemas.openxmlformats.org/officeDocument/2006/relationships/image" Target="../media/image114.png"/><Relationship Id="rId113" Type="http://schemas.openxmlformats.org/officeDocument/2006/relationships/image" Target="../media/image113.png"/><Relationship Id="rId112" Type="http://schemas.openxmlformats.org/officeDocument/2006/relationships/image" Target="../media/image112.png"/><Relationship Id="rId111" Type="http://schemas.openxmlformats.org/officeDocument/2006/relationships/image" Target="../media/image111.png"/><Relationship Id="rId110" Type="http://schemas.openxmlformats.org/officeDocument/2006/relationships/image" Target="../media/image110.png"/><Relationship Id="rId11" Type="http://schemas.openxmlformats.org/officeDocument/2006/relationships/image" Target="../media/image11.png"/><Relationship Id="rId109" Type="http://schemas.openxmlformats.org/officeDocument/2006/relationships/image" Target="../media/image109.png"/><Relationship Id="rId108" Type="http://schemas.openxmlformats.org/officeDocument/2006/relationships/image" Target="../media/image108.png"/><Relationship Id="rId107" Type="http://schemas.openxmlformats.org/officeDocument/2006/relationships/image" Target="../media/image107.png"/><Relationship Id="rId106" Type="http://schemas.openxmlformats.org/officeDocument/2006/relationships/image" Target="../media/image106.png"/><Relationship Id="rId105" Type="http://schemas.openxmlformats.org/officeDocument/2006/relationships/image" Target="../media/image105.png"/><Relationship Id="rId104" Type="http://schemas.openxmlformats.org/officeDocument/2006/relationships/image" Target="../media/image104.png"/><Relationship Id="rId103" Type="http://schemas.openxmlformats.org/officeDocument/2006/relationships/image" Target="../media/image103.png"/><Relationship Id="rId102" Type="http://schemas.openxmlformats.org/officeDocument/2006/relationships/image" Target="../media/image102.png"/><Relationship Id="rId101" Type="http://schemas.openxmlformats.org/officeDocument/2006/relationships/image" Target="../media/image101.png"/><Relationship Id="rId100" Type="http://schemas.openxmlformats.org/officeDocument/2006/relationships/image" Target="../media/image100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0" Type="http://schemas.openxmlformats.org/officeDocument/2006/relationships/slideLayout" Target="../slideLayouts/slideLayout7.xml"/><Relationship Id="rId9" Type="http://schemas.openxmlformats.org/officeDocument/2006/relationships/image" Target="../media/image126.png"/><Relationship Id="rId89" Type="http://schemas.openxmlformats.org/officeDocument/2006/relationships/image" Target="../media/image206.png"/><Relationship Id="rId88" Type="http://schemas.openxmlformats.org/officeDocument/2006/relationships/image" Target="../media/image205.png"/><Relationship Id="rId87" Type="http://schemas.openxmlformats.org/officeDocument/2006/relationships/image" Target="../media/image204.png"/><Relationship Id="rId86" Type="http://schemas.openxmlformats.org/officeDocument/2006/relationships/image" Target="../media/image203.png"/><Relationship Id="rId85" Type="http://schemas.openxmlformats.org/officeDocument/2006/relationships/image" Target="../media/image202.png"/><Relationship Id="rId84" Type="http://schemas.openxmlformats.org/officeDocument/2006/relationships/image" Target="../media/image201.png"/><Relationship Id="rId83" Type="http://schemas.openxmlformats.org/officeDocument/2006/relationships/image" Target="../media/image200.png"/><Relationship Id="rId82" Type="http://schemas.openxmlformats.org/officeDocument/2006/relationships/image" Target="../media/image199.png"/><Relationship Id="rId81" Type="http://schemas.openxmlformats.org/officeDocument/2006/relationships/image" Target="../media/image198.png"/><Relationship Id="rId80" Type="http://schemas.openxmlformats.org/officeDocument/2006/relationships/image" Target="../media/image197.png"/><Relationship Id="rId8" Type="http://schemas.openxmlformats.org/officeDocument/2006/relationships/image" Target="../media/image125.png"/><Relationship Id="rId79" Type="http://schemas.openxmlformats.org/officeDocument/2006/relationships/image" Target="../media/image196.png"/><Relationship Id="rId78" Type="http://schemas.openxmlformats.org/officeDocument/2006/relationships/image" Target="../media/image195.png"/><Relationship Id="rId77" Type="http://schemas.openxmlformats.org/officeDocument/2006/relationships/image" Target="../media/image194.png"/><Relationship Id="rId76" Type="http://schemas.openxmlformats.org/officeDocument/2006/relationships/image" Target="../media/image193.png"/><Relationship Id="rId75" Type="http://schemas.openxmlformats.org/officeDocument/2006/relationships/image" Target="../media/image192.png"/><Relationship Id="rId74" Type="http://schemas.openxmlformats.org/officeDocument/2006/relationships/image" Target="../media/image191.png"/><Relationship Id="rId73" Type="http://schemas.openxmlformats.org/officeDocument/2006/relationships/image" Target="../media/image190.png"/><Relationship Id="rId72" Type="http://schemas.openxmlformats.org/officeDocument/2006/relationships/image" Target="../media/image189.png"/><Relationship Id="rId71" Type="http://schemas.openxmlformats.org/officeDocument/2006/relationships/image" Target="../media/image188.png"/><Relationship Id="rId70" Type="http://schemas.openxmlformats.org/officeDocument/2006/relationships/image" Target="../media/image187.png"/><Relationship Id="rId7" Type="http://schemas.openxmlformats.org/officeDocument/2006/relationships/image" Target="../media/image124.png"/><Relationship Id="rId69" Type="http://schemas.openxmlformats.org/officeDocument/2006/relationships/image" Target="../media/image186.png"/><Relationship Id="rId68" Type="http://schemas.openxmlformats.org/officeDocument/2006/relationships/image" Target="../media/image185.png"/><Relationship Id="rId67" Type="http://schemas.openxmlformats.org/officeDocument/2006/relationships/image" Target="../media/image184.png"/><Relationship Id="rId66" Type="http://schemas.openxmlformats.org/officeDocument/2006/relationships/image" Target="../media/image183.png"/><Relationship Id="rId65" Type="http://schemas.openxmlformats.org/officeDocument/2006/relationships/image" Target="../media/image182.png"/><Relationship Id="rId64" Type="http://schemas.openxmlformats.org/officeDocument/2006/relationships/image" Target="../media/image181.png"/><Relationship Id="rId63" Type="http://schemas.openxmlformats.org/officeDocument/2006/relationships/image" Target="../media/image180.png"/><Relationship Id="rId62" Type="http://schemas.openxmlformats.org/officeDocument/2006/relationships/image" Target="../media/image179.png"/><Relationship Id="rId61" Type="http://schemas.openxmlformats.org/officeDocument/2006/relationships/image" Target="../media/image178.png"/><Relationship Id="rId60" Type="http://schemas.openxmlformats.org/officeDocument/2006/relationships/image" Target="../media/image177.png"/><Relationship Id="rId6" Type="http://schemas.openxmlformats.org/officeDocument/2006/relationships/image" Target="../media/image123.png"/><Relationship Id="rId59" Type="http://schemas.openxmlformats.org/officeDocument/2006/relationships/image" Target="../media/image176.png"/><Relationship Id="rId58" Type="http://schemas.openxmlformats.org/officeDocument/2006/relationships/image" Target="../media/image175.png"/><Relationship Id="rId57" Type="http://schemas.openxmlformats.org/officeDocument/2006/relationships/image" Target="../media/image174.png"/><Relationship Id="rId56" Type="http://schemas.openxmlformats.org/officeDocument/2006/relationships/image" Target="../media/image173.png"/><Relationship Id="rId55" Type="http://schemas.openxmlformats.org/officeDocument/2006/relationships/image" Target="../media/image172.png"/><Relationship Id="rId54" Type="http://schemas.openxmlformats.org/officeDocument/2006/relationships/image" Target="../media/image171.png"/><Relationship Id="rId53" Type="http://schemas.openxmlformats.org/officeDocument/2006/relationships/image" Target="../media/image170.png"/><Relationship Id="rId52" Type="http://schemas.openxmlformats.org/officeDocument/2006/relationships/image" Target="../media/image169.png"/><Relationship Id="rId51" Type="http://schemas.openxmlformats.org/officeDocument/2006/relationships/image" Target="../media/image168.png"/><Relationship Id="rId50" Type="http://schemas.openxmlformats.org/officeDocument/2006/relationships/image" Target="../media/image167.png"/><Relationship Id="rId5" Type="http://schemas.openxmlformats.org/officeDocument/2006/relationships/image" Target="../media/image122.png"/><Relationship Id="rId49" Type="http://schemas.openxmlformats.org/officeDocument/2006/relationships/image" Target="../media/image166.png"/><Relationship Id="rId48" Type="http://schemas.openxmlformats.org/officeDocument/2006/relationships/image" Target="../media/image165.png"/><Relationship Id="rId47" Type="http://schemas.openxmlformats.org/officeDocument/2006/relationships/image" Target="../media/image164.png"/><Relationship Id="rId46" Type="http://schemas.openxmlformats.org/officeDocument/2006/relationships/image" Target="../media/image163.png"/><Relationship Id="rId45" Type="http://schemas.openxmlformats.org/officeDocument/2006/relationships/image" Target="../media/image162.png"/><Relationship Id="rId44" Type="http://schemas.openxmlformats.org/officeDocument/2006/relationships/image" Target="../media/image161.png"/><Relationship Id="rId43" Type="http://schemas.openxmlformats.org/officeDocument/2006/relationships/image" Target="../media/image160.png"/><Relationship Id="rId42" Type="http://schemas.openxmlformats.org/officeDocument/2006/relationships/image" Target="../media/image159.png"/><Relationship Id="rId41" Type="http://schemas.openxmlformats.org/officeDocument/2006/relationships/image" Target="../media/image158.png"/><Relationship Id="rId40" Type="http://schemas.openxmlformats.org/officeDocument/2006/relationships/image" Target="../media/image157.png"/><Relationship Id="rId4" Type="http://schemas.openxmlformats.org/officeDocument/2006/relationships/image" Target="../media/image121.png"/><Relationship Id="rId39" Type="http://schemas.openxmlformats.org/officeDocument/2006/relationships/image" Target="../media/image156.png"/><Relationship Id="rId38" Type="http://schemas.openxmlformats.org/officeDocument/2006/relationships/image" Target="../media/image155.png"/><Relationship Id="rId37" Type="http://schemas.openxmlformats.org/officeDocument/2006/relationships/image" Target="../media/image154.png"/><Relationship Id="rId36" Type="http://schemas.openxmlformats.org/officeDocument/2006/relationships/image" Target="../media/image153.png"/><Relationship Id="rId35" Type="http://schemas.openxmlformats.org/officeDocument/2006/relationships/image" Target="../media/image152.png"/><Relationship Id="rId34" Type="http://schemas.openxmlformats.org/officeDocument/2006/relationships/image" Target="../media/image151.png"/><Relationship Id="rId33" Type="http://schemas.openxmlformats.org/officeDocument/2006/relationships/image" Target="../media/image150.png"/><Relationship Id="rId32" Type="http://schemas.openxmlformats.org/officeDocument/2006/relationships/image" Target="../media/image149.png"/><Relationship Id="rId31" Type="http://schemas.openxmlformats.org/officeDocument/2006/relationships/image" Target="../media/image148.png"/><Relationship Id="rId30" Type="http://schemas.openxmlformats.org/officeDocument/2006/relationships/image" Target="../media/image147.png"/><Relationship Id="rId3" Type="http://schemas.openxmlformats.org/officeDocument/2006/relationships/image" Target="../media/image120.png"/><Relationship Id="rId29" Type="http://schemas.openxmlformats.org/officeDocument/2006/relationships/image" Target="../media/image146.png"/><Relationship Id="rId28" Type="http://schemas.openxmlformats.org/officeDocument/2006/relationships/image" Target="../media/image145.png"/><Relationship Id="rId27" Type="http://schemas.openxmlformats.org/officeDocument/2006/relationships/image" Target="../media/image144.png"/><Relationship Id="rId26" Type="http://schemas.openxmlformats.org/officeDocument/2006/relationships/image" Target="../media/image143.png"/><Relationship Id="rId25" Type="http://schemas.openxmlformats.org/officeDocument/2006/relationships/image" Target="../media/image142.png"/><Relationship Id="rId24" Type="http://schemas.openxmlformats.org/officeDocument/2006/relationships/image" Target="../media/image141.png"/><Relationship Id="rId23" Type="http://schemas.openxmlformats.org/officeDocument/2006/relationships/image" Target="../media/image140.png"/><Relationship Id="rId22" Type="http://schemas.openxmlformats.org/officeDocument/2006/relationships/image" Target="../media/image139.png"/><Relationship Id="rId21" Type="http://schemas.openxmlformats.org/officeDocument/2006/relationships/image" Target="../media/image138.png"/><Relationship Id="rId20" Type="http://schemas.openxmlformats.org/officeDocument/2006/relationships/image" Target="../media/image137.png"/><Relationship Id="rId2" Type="http://schemas.openxmlformats.org/officeDocument/2006/relationships/image" Target="../media/image119.png"/><Relationship Id="rId19" Type="http://schemas.openxmlformats.org/officeDocument/2006/relationships/image" Target="../media/image136.png"/><Relationship Id="rId18" Type="http://schemas.openxmlformats.org/officeDocument/2006/relationships/image" Target="../media/image135.png"/><Relationship Id="rId17" Type="http://schemas.openxmlformats.org/officeDocument/2006/relationships/image" Target="../media/image134.png"/><Relationship Id="rId16" Type="http://schemas.openxmlformats.org/officeDocument/2006/relationships/image" Target="../media/image133.png"/><Relationship Id="rId15" Type="http://schemas.openxmlformats.org/officeDocument/2006/relationships/image" Target="../media/image132.png"/><Relationship Id="rId14" Type="http://schemas.openxmlformats.org/officeDocument/2006/relationships/image" Target="../media/image131.png"/><Relationship Id="rId13" Type="http://schemas.openxmlformats.org/officeDocument/2006/relationships/image" Target="../media/image130.png"/><Relationship Id="rId12" Type="http://schemas.openxmlformats.org/officeDocument/2006/relationships/image" Target="../media/image129.png"/><Relationship Id="rId11" Type="http://schemas.openxmlformats.org/officeDocument/2006/relationships/image" Target="../media/image128.png"/><Relationship Id="rId10" Type="http://schemas.openxmlformats.org/officeDocument/2006/relationships/image" Target="../media/image127.png"/><Relationship Id="rId1" Type="http://schemas.openxmlformats.org/officeDocument/2006/relationships/image" Target="../media/image118.png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image" Target="../media/image305.png"/><Relationship Id="rId98" Type="http://schemas.openxmlformats.org/officeDocument/2006/relationships/image" Target="../media/image304.png"/><Relationship Id="rId97" Type="http://schemas.openxmlformats.org/officeDocument/2006/relationships/image" Target="../media/image303.png"/><Relationship Id="rId96" Type="http://schemas.openxmlformats.org/officeDocument/2006/relationships/image" Target="../media/image302.png"/><Relationship Id="rId95" Type="http://schemas.openxmlformats.org/officeDocument/2006/relationships/image" Target="../media/image301.png"/><Relationship Id="rId94" Type="http://schemas.openxmlformats.org/officeDocument/2006/relationships/image" Target="../media/image300.png"/><Relationship Id="rId93" Type="http://schemas.openxmlformats.org/officeDocument/2006/relationships/image" Target="../media/image299.png"/><Relationship Id="rId92" Type="http://schemas.openxmlformats.org/officeDocument/2006/relationships/image" Target="../media/image298.png"/><Relationship Id="rId91" Type="http://schemas.openxmlformats.org/officeDocument/2006/relationships/image" Target="../media/image297.png"/><Relationship Id="rId90" Type="http://schemas.openxmlformats.org/officeDocument/2006/relationships/image" Target="../media/image296.png"/><Relationship Id="rId9" Type="http://schemas.openxmlformats.org/officeDocument/2006/relationships/image" Target="../media/image215.png"/><Relationship Id="rId89" Type="http://schemas.openxmlformats.org/officeDocument/2006/relationships/image" Target="../media/image295.png"/><Relationship Id="rId88" Type="http://schemas.openxmlformats.org/officeDocument/2006/relationships/image" Target="../media/image294.png"/><Relationship Id="rId87" Type="http://schemas.openxmlformats.org/officeDocument/2006/relationships/image" Target="../media/image293.png"/><Relationship Id="rId86" Type="http://schemas.openxmlformats.org/officeDocument/2006/relationships/image" Target="../media/image292.png"/><Relationship Id="rId85" Type="http://schemas.openxmlformats.org/officeDocument/2006/relationships/image" Target="../media/image291.png"/><Relationship Id="rId84" Type="http://schemas.openxmlformats.org/officeDocument/2006/relationships/image" Target="../media/image290.png"/><Relationship Id="rId83" Type="http://schemas.openxmlformats.org/officeDocument/2006/relationships/image" Target="../media/image289.png"/><Relationship Id="rId82" Type="http://schemas.openxmlformats.org/officeDocument/2006/relationships/image" Target="../media/image288.png"/><Relationship Id="rId81" Type="http://schemas.openxmlformats.org/officeDocument/2006/relationships/image" Target="../media/image287.png"/><Relationship Id="rId80" Type="http://schemas.openxmlformats.org/officeDocument/2006/relationships/image" Target="../media/image286.png"/><Relationship Id="rId8" Type="http://schemas.openxmlformats.org/officeDocument/2006/relationships/image" Target="../media/image214.png"/><Relationship Id="rId79" Type="http://schemas.openxmlformats.org/officeDocument/2006/relationships/image" Target="../media/image285.png"/><Relationship Id="rId78" Type="http://schemas.openxmlformats.org/officeDocument/2006/relationships/image" Target="../media/image284.png"/><Relationship Id="rId77" Type="http://schemas.openxmlformats.org/officeDocument/2006/relationships/image" Target="../media/image283.png"/><Relationship Id="rId76" Type="http://schemas.openxmlformats.org/officeDocument/2006/relationships/image" Target="../media/image282.png"/><Relationship Id="rId75" Type="http://schemas.openxmlformats.org/officeDocument/2006/relationships/image" Target="../media/image281.png"/><Relationship Id="rId74" Type="http://schemas.openxmlformats.org/officeDocument/2006/relationships/image" Target="../media/image280.png"/><Relationship Id="rId73" Type="http://schemas.openxmlformats.org/officeDocument/2006/relationships/image" Target="../media/image279.png"/><Relationship Id="rId72" Type="http://schemas.openxmlformats.org/officeDocument/2006/relationships/image" Target="../media/image278.png"/><Relationship Id="rId71" Type="http://schemas.openxmlformats.org/officeDocument/2006/relationships/image" Target="../media/image277.png"/><Relationship Id="rId70" Type="http://schemas.openxmlformats.org/officeDocument/2006/relationships/image" Target="../media/image276.png"/><Relationship Id="rId7" Type="http://schemas.openxmlformats.org/officeDocument/2006/relationships/image" Target="../media/image213.png"/><Relationship Id="rId69" Type="http://schemas.openxmlformats.org/officeDocument/2006/relationships/image" Target="../media/image275.png"/><Relationship Id="rId68" Type="http://schemas.openxmlformats.org/officeDocument/2006/relationships/image" Target="../media/image274.png"/><Relationship Id="rId67" Type="http://schemas.openxmlformats.org/officeDocument/2006/relationships/image" Target="../media/image273.png"/><Relationship Id="rId66" Type="http://schemas.openxmlformats.org/officeDocument/2006/relationships/image" Target="../media/image272.png"/><Relationship Id="rId65" Type="http://schemas.openxmlformats.org/officeDocument/2006/relationships/image" Target="../media/image271.png"/><Relationship Id="rId64" Type="http://schemas.openxmlformats.org/officeDocument/2006/relationships/image" Target="../media/image270.png"/><Relationship Id="rId63" Type="http://schemas.openxmlformats.org/officeDocument/2006/relationships/image" Target="../media/image269.png"/><Relationship Id="rId62" Type="http://schemas.openxmlformats.org/officeDocument/2006/relationships/image" Target="../media/image268.png"/><Relationship Id="rId61" Type="http://schemas.openxmlformats.org/officeDocument/2006/relationships/image" Target="../media/image267.png"/><Relationship Id="rId60" Type="http://schemas.openxmlformats.org/officeDocument/2006/relationships/image" Target="../media/image266.png"/><Relationship Id="rId6" Type="http://schemas.openxmlformats.org/officeDocument/2006/relationships/image" Target="../media/image212.png"/><Relationship Id="rId59" Type="http://schemas.openxmlformats.org/officeDocument/2006/relationships/image" Target="../media/image265.png"/><Relationship Id="rId58" Type="http://schemas.openxmlformats.org/officeDocument/2006/relationships/image" Target="../media/image264.png"/><Relationship Id="rId57" Type="http://schemas.openxmlformats.org/officeDocument/2006/relationships/image" Target="../media/image263.png"/><Relationship Id="rId56" Type="http://schemas.openxmlformats.org/officeDocument/2006/relationships/image" Target="../media/image262.png"/><Relationship Id="rId55" Type="http://schemas.openxmlformats.org/officeDocument/2006/relationships/image" Target="../media/image261.png"/><Relationship Id="rId54" Type="http://schemas.openxmlformats.org/officeDocument/2006/relationships/image" Target="../media/image260.png"/><Relationship Id="rId53" Type="http://schemas.openxmlformats.org/officeDocument/2006/relationships/image" Target="../media/image259.png"/><Relationship Id="rId52" Type="http://schemas.openxmlformats.org/officeDocument/2006/relationships/image" Target="../media/image258.png"/><Relationship Id="rId51" Type="http://schemas.openxmlformats.org/officeDocument/2006/relationships/image" Target="../media/image257.png"/><Relationship Id="rId50" Type="http://schemas.openxmlformats.org/officeDocument/2006/relationships/image" Target="../media/image256.png"/><Relationship Id="rId5" Type="http://schemas.openxmlformats.org/officeDocument/2006/relationships/image" Target="../media/image211.png"/><Relationship Id="rId49" Type="http://schemas.openxmlformats.org/officeDocument/2006/relationships/image" Target="../media/image255.png"/><Relationship Id="rId48" Type="http://schemas.openxmlformats.org/officeDocument/2006/relationships/image" Target="../media/image254.png"/><Relationship Id="rId47" Type="http://schemas.openxmlformats.org/officeDocument/2006/relationships/image" Target="../media/image253.png"/><Relationship Id="rId46" Type="http://schemas.openxmlformats.org/officeDocument/2006/relationships/image" Target="../media/image252.png"/><Relationship Id="rId45" Type="http://schemas.openxmlformats.org/officeDocument/2006/relationships/image" Target="../media/image251.png"/><Relationship Id="rId44" Type="http://schemas.openxmlformats.org/officeDocument/2006/relationships/image" Target="../media/image250.png"/><Relationship Id="rId43" Type="http://schemas.openxmlformats.org/officeDocument/2006/relationships/image" Target="../media/image249.png"/><Relationship Id="rId42" Type="http://schemas.openxmlformats.org/officeDocument/2006/relationships/image" Target="../media/image248.png"/><Relationship Id="rId41" Type="http://schemas.openxmlformats.org/officeDocument/2006/relationships/image" Target="../media/image247.png"/><Relationship Id="rId40" Type="http://schemas.openxmlformats.org/officeDocument/2006/relationships/image" Target="../media/image246.png"/><Relationship Id="rId4" Type="http://schemas.openxmlformats.org/officeDocument/2006/relationships/image" Target="../media/image210.png"/><Relationship Id="rId39" Type="http://schemas.openxmlformats.org/officeDocument/2006/relationships/image" Target="../media/image245.png"/><Relationship Id="rId38" Type="http://schemas.openxmlformats.org/officeDocument/2006/relationships/image" Target="../media/image244.png"/><Relationship Id="rId37" Type="http://schemas.openxmlformats.org/officeDocument/2006/relationships/image" Target="../media/image243.png"/><Relationship Id="rId36" Type="http://schemas.openxmlformats.org/officeDocument/2006/relationships/image" Target="../media/image242.png"/><Relationship Id="rId35" Type="http://schemas.openxmlformats.org/officeDocument/2006/relationships/image" Target="../media/image241.png"/><Relationship Id="rId34" Type="http://schemas.openxmlformats.org/officeDocument/2006/relationships/image" Target="../media/image240.png"/><Relationship Id="rId33" Type="http://schemas.openxmlformats.org/officeDocument/2006/relationships/image" Target="../media/image239.png"/><Relationship Id="rId32" Type="http://schemas.openxmlformats.org/officeDocument/2006/relationships/image" Target="../media/image238.png"/><Relationship Id="rId31" Type="http://schemas.openxmlformats.org/officeDocument/2006/relationships/image" Target="../media/image237.png"/><Relationship Id="rId30" Type="http://schemas.openxmlformats.org/officeDocument/2006/relationships/image" Target="../media/image236.png"/><Relationship Id="rId3" Type="http://schemas.openxmlformats.org/officeDocument/2006/relationships/image" Target="../media/image209.png"/><Relationship Id="rId29" Type="http://schemas.openxmlformats.org/officeDocument/2006/relationships/image" Target="../media/image235.png"/><Relationship Id="rId28" Type="http://schemas.openxmlformats.org/officeDocument/2006/relationships/image" Target="../media/image234.png"/><Relationship Id="rId27" Type="http://schemas.openxmlformats.org/officeDocument/2006/relationships/image" Target="../media/image233.png"/><Relationship Id="rId26" Type="http://schemas.openxmlformats.org/officeDocument/2006/relationships/image" Target="../media/image232.png"/><Relationship Id="rId25" Type="http://schemas.openxmlformats.org/officeDocument/2006/relationships/image" Target="../media/image231.png"/><Relationship Id="rId24" Type="http://schemas.openxmlformats.org/officeDocument/2006/relationships/image" Target="../media/image230.png"/><Relationship Id="rId23" Type="http://schemas.openxmlformats.org/officeDocument/2006/relationships/image" Target="../media/image229.png"/><Relationship Id="rId22" Type="http://schemas.openxmlformats.org/officeDocument/2006/relationships/image" Target="../media/image228.png"/><Relationship Id="rId21" Type="http://schemas.openxmlformats.org/officeDocument/2006/relationships/image" Target="../media/image227.png"/><Relationship Id="rId20" Type="http://schemas.openxmlformats.org/officeDocument/2006/relationships/image" Target="../media/image226.png"/><Relationship Id="rId2" Type="http://schemas.openxmlformats.org/officeDocument/2006/relationships/image" Target="../media/image208.png"/><Relationship Id="rId19" Type="http://schemas.openxmlformats.org/officeDocument/2006/relationships/image" Target="../media/image225.png"/><Relationship Id="rId18" Type="http://schemas.openxmlformats.org/officeDocument/2006/relationships/image" Target="../media/image224.png"/><Relationship Id="rId17" Type="http://schemas.openxmlformats.org/officeDocument/2006/relationships/image" Target="../media/image223.png"/><Relationship Id="rId16" Type="http://schemas.openxmlformats.org/officeDocument/2006/relationships/image" Target="../media/image222.png"/><Relationship Id="rId15" Type="http://schemas.openxmlformats.org/officeDocument/2006/relationships/image" Target="../media/image221.png"/><Relationship Id="rId140" Type="http://schemas.openxmlformats.org/officeDocument/2006/relationships/notesSlide" Target="../notesSlides/notesSlide1.xml"/><Relationship Id="rId14" Type="http://schemas.openxmlformats.org/officeDocument/2006/relationships/image" Target="../media/image220.png"/><Relationship Id="rId139" Type="http://schemas.openxmlformats.org/officeDocument/2006/relationships/slideLayout" Target="../slideLayouts/slideLayout7.xml"/><Relationship Id="rId138" Type="http://schemas.openxmlformats.org/officeDocument/2006/relationships/image" Target="../media/image344.png"/><Relationship Id="rId137" Type="http://schemas.openxmlformats.org/officeDocument/2006/relationships/image" Target="../media/image343.png"/><Relationship Id="rId136" Type="http://schemas.openxmlformats.org/officeDocument/2006/relationships/image" Target="../media/image342.png"/><Relationship Id="rId135" Type="http://schemas.openxmlformats.org/officeDocument/2006/relationships/image" Target="../media/image341.png"/><Relationship Id="rId134" Type="http://schemas.openxmlformats.org/officeDocument/2006/relationships/image" Target="../media/image340.png"/><Relationship Id="rId133" Type="http://schemas.openxmlformats.org/officeDocument/2006/relationships/image" Target="../media/image339.png"/><Relationship Id="rId132" Type="http://schemas.openxmlformats.org/officeDocument/2006/relationships/image" Target="../media/image338.png"/><Relationship Id="rId131" Type="http://schemas.openxmlformats.org/officeDocument/2006/relationships/image" Target="../media/image337.png"/><Relationship Id="rId130" Type="http://schemas.openxmlformats.org/officeDocument/2006/relationships/image" Target="../media/image336.png"/><Relationship Id="rId13" Type="http://schemas.openxmlformats.org/officeDocument/2006/relationships/image" Target="../media/image219.png"/><Relationship Id="rId129" Type="http://schemas.openxmlformats.org/officeDocument/2006/relationships/image" Target="../media/image335.png"/><Relationship Id="rId128" Type="http://schemas.openxmlformats.org/officeDocument/2006/relationships/image" Target="../media/image334.png"/><Relationship Id="rId127" Type="http://schemas.openxmlformats.org/officeDocument/2006/relationships/image" Target="../media/image333.png"/><Relationship Id="rId126" Type="http://schemas.openxmlformats.org/officeDocument/2006/relationships/image" Target="../media/image332.png"/><Relationship Id="rId125" Type="http://schemas.openxmlformats.org/officeDocument/2006/relationships/image" Target="../media/image331.png"/><Relationship Id="rId124" Type="http://schemas.openxmlformats.org/officeDocument/2006/relationships/image" Target="../media/image330.png"/><Relationship Id="rId123" Type="http://schemas.openxmlformats.org/officeDocument/2006/relationships/image" Target="../media/image329.png"/><Relationship Id="rId122" Type="http://schemas.openxmlformats.org/officeDocument/2006/relationships/image" Target="../media/image328.png"/><Relationship Id="rId121" Type="http://schemas.openxmlformats.org/officeDocument/2006/relationships/image" Target="../media/image327.png"/><Relationship Id="rId120" Type="http://schemas.openxmlformats.org/officeDocument/2006/relationships/image" Target="../media/image326.png"/><Relationship Id="rId12" Type="http://schemas.openxmlformats.org/officeDocument/2006/relationships/image" Target="../media/image218.png"/><Relationship Id="rId119" Type="http://schemas.openxmlformats.org/officeDocument/2006/relationships/image" Target="../media/image325.png"/><Relationship Id="rId118" Type="http://schemas.openxmlformats.org/officeDocument/2006/relationships/image" Target="../media/image324.png"/><Relationship Id="rId117" Type="http://schemas.openxmlformats.org/officeDocument/2006/relationships/image" Target="../media/image323.png"/><Relationship Id="rId116" Type="http://schemas.openxmlformats.org/officeDocument/2006/relationships/image" Target="../media/image322.png"/><Relationship Id="rId115" Type="http://schemas.openxmlformats.org/officeDocument/2006/relationships/image" Target="../media/image321.png"/><Relationship Id="rId114" Type="http://schemas.openxmlformats.org/officeDocument/2006/relationships/image" Target="../media/image320.png"/><Relationship Id="rId113" Type="http://schemas.openxmlformats.org/officeDocument/2006/relationships/image" Target="../media/image319.png"/><Relationship Id="rId112" Type="http://schemas.openxmlformats.org/officeDocument/2006/relationships/image" Target="../media/image318.png"/><Relationship Id="rId111" Type="http://schemas.openxmlformats.org/officeDocument/2006/relationships/image" Target="../media/image317.png"/><Relationship Id="rId110" Type="http://schemas.openxmlformats.org/officeDocument/2006/relationships/image" Target="../media/image316.png"/><Relationship Id="rId11" Type="http://schemas.openxmlformats.org/officeDocument/2006/relationships/image" Target="../media/image217.png"/><Relationship Id="rId109" Type="http://schemas.openxmlformats.org/officeDocument/2006/relationships/image" Target="../media/image315.png"/><Relationship Id="rId108" Type="http://schemas.openxmlformats.org/officeDocument/2006/relationships/image" Target="../media/image314.png"/><Relationship Id="rId107" Type="http://schemas.openxmlformats.org/officeDocument/2006/relationships/image" Target="../media/image313.png"/><Relationship Id="rId106" Type="http://schemas.openxmlformats.org/officeDocument/2006/relationships/image" Target="../media/image312.png"/><Relationship Id="rId105" Type="http://schemas.openxmlformats.org/officeDocument/2006/relationships/image" Target="../media/image311.png"/><Relationship Id="rId104" Type="http://schemas.openxmlformats.org/officeDocument/2006/relationships/image" Target="../media/image310.png"/><Relationship Id="rId103" Type="http://schemas.openxmlformats.org/officeDocument/2006/relationships/image" Target="../media/image309.png"/><Relationship Id="rId102" Type="http://schemas.openxmlformats.org/officeDocument/2006/relationships/image" Target="../media/image308.png"/><Relationship Id="rId101" Type="http://schemas.openxmlformats.org/officeDocument/2006/relationships/image" Target="../media/image307.png"/><Relationship Id="rId100" Type="http://schemas.openxmlformats.org/officeDocument/2006/relationships/image" Target="../media/image306.png"/><Relationship Id="rId10" Type="http://schemas.openxmlformats.org/officeDocument/2006/relationships/image" Target="../media/image216.png"/><Relationship Id="rId1" Type="http://schemas.openxmlformats.org/officeDocument/2006/relationships/image" Target="../media/image207.png"/></Relationships>
</file>

<file path=ppt/slides/_rels/slide4.xml.rels><?xml version="1.0" encoding="UTF-8" standalone="yes"?>
<Relationships xmlns="http://schemas.openxmlformats.org/package/2006/relationships"><Relationship Id="rId99" Type="http://schemas.openxmlformats.org/officeDocument/2006/relationships/image" Target="../media/image443.png"/><Relationship Id="rId98" Type="http://schemas.openxmlformats.org/officeDocument/2006/relationships/image" Target="../media/image442.png"/><Relationship Id="rId97" Type="http://schemas.openxmlformats.org/officeDocument/2006/relationships/image" Target="../media/image441.png"/><Relationship Id="rId96" Type="http://schemas.openxmlformats.org/officeDocument/2006/relationships/image" Target="../media/image440.png"/><Relationship Id="rId95" Type="http://schemas.openxmlformats.org/officeDocument/2006/relationships/image" Target="../media/image439.png"/><Relationship Id="rId94" Type="http://schemas.openxmlformats.org/officeDocument/2006/relationships/image" Target="../media/image438.png"/><Relationship Id="rId93" Type="http://schemas.openxmlformats.org/officeDocument/2006/relationships/image" Target="../media/image437.png"/><Relationship Id="rId92" Type="http://schemas.openxmlformats.org/officeDocument/2006/relationships/image" Target="../media/image436.png"/><Relationship Id="rId91" Type="http://schemas.openxmlformats.org/officeDocument/2006/relationships/image" Target="../media/image435.png"/><Relationship Id="rId90" Type="http://schemas.openxmlformats.org/officeDocument/2006/relationships/image" Target="../media/image434.png"/><Relationship Id="rId9" Type="http://schemas.openxmlformats.org/officeDocument/2006/relationships/image" Target="../media/image353.png"/><Relationship Id="rId89" Type="http://schemas.openxmlformats.org/officeDocument/2006/relationships/image" Target="../media/image433.png"/><Relationship Id="rId88" Type="http://schemas.openxmlformats.org/officeDocument/2006/relationships/image" Target="../media/image432.png"/><Relationship Id="rId87" Type="http://schemas.openxmlformats.org/officeDocument/2006/relationships/image" Target="../media/image431.png"/><Relationship Id="rId86" Type="http://schemas.openxmlformats.org/officeDocument/2006/relationships/image" Target="../media/image430.png"/><Relationship Id="rId85" Type="http://schemas.openxmlformats.org/officeDocument/2006/relationships/image" Target="../media/image429.png"/><Relationship Id="rId84" Type="http://schemas.openxmlformats.org/officeDocument/2006/relationships/image" Target="../media/image428.png"/><Relationship Id="rId83" Type="http://schemas.openxmlformats.org/officeDocument/2006/relationships/image" Target="../media/image427.png"/><Relationship Id="rId82" Type="http://schemas.openxmlformats.org/officeDocument/2006/relationships/image" Target="../media/image426.png"/><Relationship Id="rId81" Type="http://schemas.openxmlformats.org/officeDocument/2006/relationships/image" Target="../media/image425.png"/><Relationship Id="rId80" Type="http://schemas.openxmlformats.org/officeDocument/2006/relationships/image" Target="../media/image424.png"/><Relationship Id="rId8" Type="http://schemas.openxmlformats.org/officeDocument/2006/relationships/image" Target="../media/image352.png"/><Relationship Id="rId79" Type="http://schemas.openxmlformats.org/officeDocument/2006/relationships/image" Target="../media/image423.png"/><Relationship Id="rId78" Type="http://schemas.openxmlformats.org/officeDocument/2006/relationships/image" Target="../media/image422.png"/><Relationship Id="rId77" Type="http://schemas.openxmlformats.org/officeDocument/2006/relationships/image" Target="../media/image421.png"/><Relationship Id="rId76" Type="http://schemas.openxmlformats.org/officeDocument/2006/relationships/image" Target="../media/image420.png"/><Relationship Id="rId75" Type="http://schemas.openxmlformats.org/officeDocument/2006/relationships/image" Target="../media/image419.png"/><Relationship Id="rId74" Type="http://schemas.openxmlformats.org/officeDocument/2006/relationships/image" Target="../media/image418.png"/><Relationship Id="rId73" Type="http://schemas.openxmlformats.org/officeDocument/2006/relationships/image" Target="../media/image417.png"/><Relationship Id="rId72" Type="http://schemas.openxmlformats.org/officeDocument/2006/relationships/image" Target="../media/image416.png"/><Relationship Id="rId71" Type="http://schemas.openxmlformats.org/officeDocument/2006/relationships/image" Target="../media/image415.png"/><Relationship Id="rId70" Type="http://schemas.openxmlformats.org/officeDocument/2006/relationships/image" Target="../media/image414.png"/><Relationship Id="rId7" Type="http://schemas.openxmlformats.org/officeDocument/2006/relationships/image" Target="../media/image351.png"/><Relationship Id="rId69" Type="http://schemas.openxmlformats.org/officeDocument/2006/relationships/image" Target="../media/image413.png"/><Relationship Id="rId68" Type="http://schemas.openxmlformats.org/officeDocument/2006/relationships/image" Target="../media/image412.png"/><Relationship Id="rId67" Type="http://schemas.openxmlformats.org/officeDocument/2006/relationships/image" Target="../media/image411.png"/><Relationship Id="rId66" Type="http://schemas.openxmlformats.org/officeDocument/2006/relationships/image" Target="../media/image410.png"/><Relationship Id="rId65" Type="http://schemas.openxmlformats.org/officeDocument/2006/relationships/image" Target="../media/image409.png"/><Relationship Id="rId64" Type="http://schemas.openxmlformats.org/officeDocument/2006/relationships/image" Target="../media/image408.png"/><Relationship Id="rId63" Type="http://schemas.openxmlformats.org/officeDocument/2006/relationships/image" Target="../media/image407.png"/><Relationship Id="rId62" Type="http://schemas.openxmlformats.org/officeDocument/2006/relationships/image" Target="../media/image406.png"/><Relationship Id="rId61" Type="http://schemas.openxmlformats.org/officeDocument/2006/relationships/image" Target="../media/image405.png"/><Relationship Id="rId60" Type="http://schemas.openxmlformats.org/officeDocument/2006/relationships/image" Target="../media/image404.png"/><Relationship Id="rId6" Type="http://schemas.openxmlformats.org/officeDocument/2006/relationships/image" Target="../media/image350.png"/><Relationship Id="rId59" Type="http://schemas.openxmlformats.org/officeDocument/2006/relationships/image" Target="../media/image403.png"/><Relationship Id="rId58" Type="http://schemas.openxmlformats.org/officeDocument/2006/relationships/image" Target="../media/image402.png"/><Relationship Id="rId57" Type="http://schemas.openxmlformats.org/officeDocument/2006/relationships/image" Target="../media/image401.png"/><Relationship Id="rId56" Type="http://schemas.openxmlformats.org/officeDocument/2006/relationships/image" Target="../media/image400.png"/><Relationship Id="rId55" Type="http://schemas.openxmlformats.org/officeDocument/2006/relationships/image" Target="../media/image399.png"/><Relationship Id="rId54" Type="http://schemas.openxmlformats.org/officeDocument/2006/relationships/image" Target="../media/image398.png"/><Relationship Id="rId53" Type="http://schemas.openxmlformats.org/officeDocument/2006/relationships/image" Target="../media/image397.png"/><Relationship Id="rId52" Type="http://schemas.openxmlformats.org/officeDocument/2006/relationships/image" Target="../media/image396.png"/><Relationship Id="rId51" Type="http://schemas.openxmlformats.org/officeDocument/2006/relationships/image" Target="../media/image395.png"/><Relationship Id="rId50" Type="http://schemas.openxmlformats.org/officeDocument/2006/relationships/image" Target="../media/image394.png"/><Relationship Id="rId5" Type="http://schemas.openxmlformats.org/officeDocument/2006/relationships/image" Target="../media/image349.png"/><Relationship Id="rId49" Type="http://schemas.openxmlformats.org/officeDocument/2006/relationships/image" Target="../media/image393.png"/><Relationship Id="rId48" Type="http://schemas.openxmlformats.org/officeDocument/2006/relationships/image" Target="../media/image392.png"/><Relationship Id="rId47" Type="http://schemas.openxmlformats.org/officeDocument/2006/relationships/image" Target="../media/image391.png"/><Relationship Id="rId46" Type="http://schemas.openxmlformats.org/officeDocument/2006/relationships/image" Target="../media/image390.png"/><Relationship Id="rId45" Type="http://schemas.openxmlformats.org/officeDocument/2006/relationships/image" Target="../media/image389.png"/><Relationship Id="rId44" Type="http://schemas.openxmlformats.org/officeDocument/2006/relationships/image" Target="../media/image388.png"/><Relationship Id="rId43" Type="http://schemas.openxmlformats.org/officeDocument/2006/relationships/image" Target="../media/image387.png"/><Relationship Id="rId42" Type="http://schemas.openxmlformats.org/officeDocument/2006/relationships/image" Target="../media/image386.png"/><Relationship Id="rId41" Type="http://schemas.openxmlformats.org/officeDocument/2006/relationships/image" Target="../media/image385.png"/><Relationship Id="rId40" Type="http://schemas.openxmlformats.org/officeDocument/2006/relationships/image" Target="../media/image384.png"/><Relationship Id="rId4" Type="http://schemas.openxmlformats.org/officeDocument/2006/relationships/image" Target="../media/image348.png"/><Relationship Id="rId39" Type="http://schemas.openxmlformats.org/officeDocument/2006/relationships/image" Target="../media/image383.png"/><Relationship Id="rId38" Type="http://schemas.openxmlformats.org/officeDocument/2006/relationships/image" Target="../media/image382.png"/><Relationship Id="rId37" Type="http://schemas.openxmlformats.org/officeDocument/2006/relationships/image" Target="../media/image381.png"/><Relationship Id="rId36" Type="http://schemas.openxmlformats.org/officeDocument/2006/relationships/image" Target="../media/image380.png"/><Relationship Id="rId35" Type="http://schemas.openxmlformats.org/officeDocument/2006/relationships/image" Target="../media/image379.png"/><Relationship Id="rId34" Type="http://schemas.openxmlformats.org/officeDocument/2006/relationships/image" Target="../media/image378.png"/><Relationship Id="rId33" Type="http://schemas.openxmlformats.org/officeDocument/2006/relationships/image" Target="../media/image377.png"/><Relationship Id="rId32" Type="http://schemas.openxmlformats.org/officeDocument/2006/relationships/image" Target="../media/image376.png"/><Relationship Id="rId31" Type="http://schemas.openxmlformats.org/officeDocument/2006/relationships/image" Target="../media/image375.png"/><Relationship Id="rId30" Type="http://schemas.openxmlformats.org/officeDocument/2006/relationships/image" Target="../media/image374.png"/><Relationship Id="rId3" Type="http://schemas.openxmlformats.org/officeDocument/2006/relationships/image" Target="../media/image347.png"/><Relationship Id="rId29" Type="http://schemas.openxmlformats.org/officeDocument/2006/relationships/image" Target="../media/image373.png"/><Relationship Id="rId28" Type="http://schemas.openxmlformats.org/officeDocument/2006/relationships/image" Target="../media/image372.png"/><Relationship Id="rId27" Type="http://schemas.openxmlformats.org/officeDocument/2006/relationships/image" Target="../media/image371.png"/><Relationship Id="rId26" Type="http://schemas.openxmlformats.org/officeDocument/2006/relationships/image" Target="../media/image370.png"/><Relationship Id="rId25" Type="http://schemas.openxmlformats.org/officeDocument/2006/relationships/image" Target="../media/image369.png"/><Relationship Id="rId24" Type="http://schemas.openxmlformats.org/officeDocument/2006/relationships/image" Target="../media/image368.png"/><Relationship Id="rId23" Type="http://schemas.openxmlformats.org/officeDocument/2006/relationships/image" Target="../media/image367.png"/><Relationship Id="rId22" Type="http://schemas.openxmlformats.org/officeDocument/2006/relationships/image" Target="../media/image366.png"/><Relationship Id="rId21" Type="http://schemas.openxmlformats.org/officeDocument/2006/relationships/image" Target="../media/image365.png"/><Relationship Id="rId20" Type="http://schemas.openxmlformats.org/officeDocument/2006/relationships/image" Target="../media/image364.png"/><Relationship Id="rId2" Type="http://schemas.openxmlformats.org/officeDocument/2006/relationships/image" Target="../media/image346.png"/><Relationship Id="rId19" Type="http://schemas.openxmlformats.org/officeDocument/2006/relationships/image" Target="../media/image363.png"/><Relationship Id="rId18" Type="http://schemas.openxmlformats.org/officeDocument/2006/relationships/image" Target="../media/image362.png"/><Relationship Id="rId17" Type="http://schemas.openxmlformats.org/officeDocument/2006/relationships/image" Target="../media/image361.png"/><Relationship Id="rId16" Type="http://schemas.openxmlformats.org/officeDocument/2006/relationships/image" Target="../media/image360.png"/><Relationship Id="rId15" Type="http://schemas.openxmlformats.org/officeDocument/2006/relationships/image" Target="../media/image359.png"/><Relationship Id="rId14" Type="http://schemas.openxmlformats.org/officeDocument/2006/relationships/image" Target="../media/image358.png"/><Relationship Id="rId13" Type="http://schemas.openxmlformats.org/officeDocument/2006/relationships/image" Target="../media/image357.png"/><Relationship Id="rId12" Type="http://schemas.openxmlformats.org/officeDocument/2006/relationships/image" Target="../media/image356.png"/><Relationship Id="rId116" Type="http://schemas.openxmlformats.org/officeDocument/2006/relationships/notesSlide" Target="../notesSlides/notesSlide2.xml"/><Relationship Id="rId115" Type="http://schemas.openxmlformats.org/officeDocument/2006/relationships/slideLayout" Target="../slideLayouts/slideLayout7.xml"/><Relationship Id="rId114" Type="http://schemas.openxmlformats.org/officeDocument/2006/relationships/image" Target="../media/image458.png"/><Relationship Id="rId113" Type="http://schemas.openxmlformats.org/officeDocument/2006/relationships/image" Target="../media/image457.png"/><Relationship Id="rId112" Type="http://schemas.openxmlformats.org/officeDocument/2006/relationships/image" Target="../media/image456.png"/><Relationship Id="rId111" Type="http://schemas.openxmlformats.org/officeDocument/2006/relationships/image" Target="../media/image455.png"/><Relationship Id="rId110" Type="http://schemas.openxmlformats.org/officeDocument/2006/relationships/image" Target="../media/image454.png"/><Relationship Id="rId11" Type="http://schemas.openxmlformats.org/officeDocument/2006/relationships/image" Target="../media/image355.png"/><Relationship Id="rId109" Type="http://schemas.openxmlformats.org/officeDocument/2006/relationships/image" Target="../media/image453.png"/><Relationship Id="rId108" Type="http://schemas.openxmlformats.org/officeDocument/2006/relationships/image" Target="../media/image452.png"/><Relationship Id="rId107" Type="http://schemas.openxmlformats.org/officeDocument/2006/relationships/image" Target="../media/image451.png"/><Relationship Id="rId106" Type="http://schemas.openxmlformats.org/officeDocument/2006/relationships/image" Target="../media/image450.png"/><Relationship Id="rId105" Type="http://schemas.openxmlformats.org/officeDocument/2006/relationships/image" Target="../media/image449.png"/><Relationship Id="rId104" Type="http://schemas.openxmlformats.org/officeDocument/2006/relationships/image" Target="../media/image448.png"/><Relationship Id="rId103" Type="http://schemas.openxmlformats.org/officeDocument/2006/relationships/image" Target="../media/image447.png"/><Relationship Id="rId102" Type="http://schemas.openxmlformats.org/officeDocument/2006/relationships/image" Target="../media/image446.png"/><Relationship Id="rId101" Type="http://schemas.openxmlformats.org/officeDocument/2006/relationships/image" Target="../media/image445.png"/><Relationship Id="rId100" Type="http://schemas.openxmlformats.org/officeDocument/2006/relationships/image" Target="../media/image444.png"/><Relationship Id="rId10" Type="http://schemas.openxmlformats.org/officeDocument/2006/relationships/image" Target="../media/image354.png"/><Relationship Id="rId1" Type="http://schemas.openxmlformats.org/officeDocument/2006/relationships/image" Target="../media/image345.png"/></Relationships>
</file>

<file path=ppt/slides/_rels/slide5.xml.rels><?xml version="1.0" encoding="UTF-8" standalone="yes"?>
<Relationships xmlns="http://schemas.openxmlformats.org/package/2006/relationships"><Relationship Id="rId99" Type="http://schemas.openxmlformats.org/officeDocument/2006/relationships/image" Target="../media/image557.png"/><Relationship Id="rId98" Type="http://schemas.openxmlformats.org/officeDocument/2006/relationships/image" Target="../media/image556.png"/><Relationship Id="rId97" Type="http://schemas.openxmlformats.org/officeDocument/2006/relationships/image" Target="../media/image555.png"/><Relationship Id="rId96" Type="http://schemas.openxmlformats.org/officeDocument/2006/relationships/image" Target="../media/image554.png"/><Relationship Id="rId95" Type="http://schemas.openxmlformats.org/officeDocument/2006/relationships/image" Target="../media/image553.png"/><Relationship Id="rId94" Type="http://schemas.openxmlformats.org/officeDocument/2006/relationships/image" Target="../media/image552.png"/><Relationship Id="rId93" Type="http://schemas.openxmlformats.org/officeDocument/2006/relationships/image" Target="../media/image551.png"/><Relationship Id="rId92" Type="http://schemas.openxmlformats.org/officeDocument/2006/relationships/image" Target="../media/image550.png"/><Relationship Id="rId91" Type="http://schemas.openxmlformats.org/officeDocument/2006/relationships/image" Target="../media/image549.png"/><Relationship Id="rId90" Type="http://schemas.openxmlformats.org/officeDocument/2006/relationships/image" Target="../media/image548.png"/><Relationship Id="rId9" Type="http://schemas.openxmlformats.org/officeDocument/2006/relationships/image" Target="../media/image467.png"/><Relationship Id="rId89" Type="http://schemas.openxmlformats.org/officeDocument/2006/relationships/image" Target="../media/image547.png"/><Relationship Id="rId88" Type="http://schemas.openxmlformats.org/officeDocument/2006/relationships/image" Target="../media/image546.png"/><Relationship Id="rId87" Type="http://schemas.openxmlformats.org/officeDocument/2006/relationships/image" Target="../media/image545.png"/><Relationship Id="rId86" Type="http://schemas.openxmlformats.org/officeDocument/2006/relationships/image" Target="../media/image544.png"/><Relationship Id="rId85" Type="http://schemas.openxmlformats.org/officeDocument/2006/relationships/image" Target="../media/image543.png"/><Relationship Id="rId84" Type="http://schemas.openxmlformats.org/officeDocument/2006/relationships/image" Target="../media/image542.png"/><Relationship Id="rId83" Type="http://schemas.openxmlformats.org/officeDocument/2006/relationships/image" Target="../media/image541.png"/><Relationship Id="rId82" Type="http://schemas.openxmlformats.org/officeDocument/2006/relationships/image" Target="../media/image540.png"/><Relationship Id="rId81" Type="http://schemas.openxmlformats.org/officeDocument/2006/relationships/image" Target="../media/image539.png"/><Relationship Id="rId80" Type="http://schemas.openxmlformats.org/officeDocument/2006/relationships/image" Target="../media/image538.png"/><Relationship Id="rId8" Type="http://schemas.openxmlformats.org/officeDocument/2006/relationships/image" Target="../media/image466.png"/><Relationship Id="rId79" Type="http://schemas.openxmlformats.org/officeDocument/2006/relationships/image" Target="../media/image537.png"/><Relationship Id="rId78" Type="http://schemas.openxmlformats.org/officeDocument/2006/relationships/image" Target="../media/image536.png"/><Relationship Id="rId77" Type="http://schemas.openxmlformats.org/officeDocument/2006/relationships/image" Target="../media/image535.png"/><Relationship Id="rId76" Type="http://schemas.openxmlformats.org/officeDocument/2006/relationships/image" Target="../media/image534.png"/><Relationship Id="rId75" Type="http://schemas.openxmlformats.org/officeDocument/2006/relationships/image" Target="../media/image533.png"/><Relationship Id="rId74" Type="http://schemas.openxmlformats.org/officeDocument/2006/relationships/image" Target="../media/image532.png"/><Relationship Id="rId73" Type="http://schemas.openxmlformats.org/officeDocument/2006/relationships/image" Target="../media/image531.png"/><Relationship Id="rId72" Type="http://schemas.openxmlformats.org/officeDocument/2006/relationships/image" Target="../media/image530.png"/><Relationship Id="rId71" Type="http://schemas.openxmlformats.org/officeDocument/2006/relationships/image" Target="../media/image529.png"/><Relationship Id="rId70" Type="http://schemas.openxmlformats.org/officeDocument/2006/relationships/image" Target="../media/image528.png"/><Relationship Id="rId7" Type="http://schemas.openxmlformats.org/officeDocument/2006/relationships/image" Target="../media/image465.png"/><Relationship Id="rId69" Type="http://schemas.openxmlformats.org/officeDocument/2006/relationships/image" Target="../media/image527.png"/><Relationship Id="rId68" Type="http://schemas.openxmlformats.org/officeDocument/2006/relationships/image" Target="../media/image526.png"/><Relationship Id="rId67" Type="http://schemas.openxmlformats.org/officeDocument/2006/relationships/image" Target="../media/image525.png"/><Relationship Id="rId66" Type="http://schemas.openxmlformats.org/officeDocument/2006/relationships/image" Target="../media/image524.png"/><Relationship Id="rId65" Type="http://schemas.openxmlformats.org/officeDocument/2006/relationships/image" Target="../media/image523.png"/><Relationship Id="rId64" Type="http://schemas.openxmlformats.org/officeDocument/2006/relationships/image" Target="../media/image522.png"/><Relationship Id="rId63" Type="http://schemas.openxmlformats.org/officeDocument/2006/relationships/image" Target="../media/image521.png"/><Relationship Id="rId62" Type="http://schemas.openxmlformats.org/officeDocument/2006/relationships/image" Target="../media/image520.png"/><Relationship Id="rId61" Type="http://schemas.openxmlformats.org/officeDocument/2006/relationships/image" Target="../media/image519.png"/><Relationship Id="rId60" Type="http://schemas.openxmlformats.org/officeDocument/2006/relationships/image" Target="../media/image518.png"/><Relationship Id="rId6" Type="http://schemas.openxmlformats.org/officeDocument/2006/relationships/image" Target="../media/image464.png"/><Relationship Id="rId59" Type="http://schemas.openxmlformats.org/officeDocument/2006/relationships/image" Target="../media/image517.png"/><Relationship Id="rId58" Type="http://schemas.openxmlformats.org/officeDocument/2006/relationships/image" Target="../media/image516.png"/><Relationship Id="rId57" Type="http://schemas.openxmlformats.org/officeDocument/2006/relationships/image" Target="../media/image515.png"/><Relationship Id="rId56" Type="http://schemas.openxmlformats.org/officeDocument/2006/relationships/image" Target="../media/image514.png"/><Relationship Id="rId55" Type="http://schemas.openxmlformats.org/officeDocument/2006/relationships/image" Target="../media/image513.png"/><Relationship Id="rId54" Type="http://schemas.openxmlformats.org/officeDocument/2006/relationships/image" Target="../media/image512.png"/><Relationship Id="rId53" Type="http://schemas.openxmlformats.org/officeDocument/2006/relationships/image" Target="../media/image511.png"/><Relationship Id="rId52" Type="http://schemas.openxmlformats.org/officeDocument/2006/relationships/image" Target="../media/image510.png"/><Relationship Id="rId51" Type="http://schemas.openxmlformats.org/officeDocument/2006/relationships/image" Target="../media/image509.png"/><Relationship Id="rId50" Type="http://schemas.openxmlformats.org/officeDocument/2006/relationships/image" Target="../media/image508.png"/><Relationship Id="rId5" Type="http://schemas.openxmlformats.org/officeDocument/2006/relationships/image" Target="../media/image463.png"/><Relationship Id="rId49" Type="http://schemas.openxmlformats.org/officeDocument/2006/relationships/image" Target="../media/image507.png"/><Relationship Id="rId48" Type="http://schemas.openxmlformats.org/officeDocument/2006/relationships/image" Target="../media/image506.png"/><Relationship Id="rId47" Type="http://schemas.openxmlformats.org/officeDocument/2006/relationships/image" Target="../media/image505.png"/><Relationship Id="rId46" Type="http://schemas.openxmlformats.org/officeDocument/2006/relationships/image" Target="../media/image504.png"/><Relationship Id="rId45" Type="http://schemas.openxmlformats.org/officeDocument/2006/relationships/image" Target="../media/image503.png"/><Relationship Id="rId44" Type="http://schemas.openxmlformats.org/officeDocument/2006/relationships/image" Target="../media/image502.png"/><Relationship Id="rId43" Type="http://schemas.openxmlformats.org/officeDocument/2006/relationships/image" Target="../media/image501.png"/><Relationship Id="rId42" Type="http://schemas.openxmlformats.org/officeDocument/2006/relationships/image" Target="../media/image500.png"/><Relationship Id="rId41" Type="http://schemas.openxmlformats.org/officeDocument/2006/relationships/image" Target="../media/image499.png"/><Relationship Id="rId40" Type="http://schemas.openxmlformats.org/officeDocument/2006/relationships/image" Target="../media/image498.png"/><Relationship Id="rId4" Type="http://schemas.openxmlformats.org/officeDocument/2006/relationships/image" Target="../media/image462.png"/><Relationship Id="rId39" Type="http://schemas.openxmlformats.org/officeDocument/2006/relationships/image" Target="../media/image497.png"/><Relationship Id="rId38" Type="http://schemas.openxmlformats.org/officeDocument/2006/relationships/image" Target="../media/image496.png"/><Relationship Id="rId37" Type="http://schemas.openxmlformats.org/officeDocument/2006/relationships/image" Target="../media/image495.png"/><Relationship Id="rId36" Type="http://schemas.openxmlformats.org/officeDocument/2006/relationships/image" Target="../media/image494.png"/><Relationship Id="rId35" Type="http://schemas.openxmlformats.org/officeDocument/2006/relationships/image" Target="../media/image493.png"/><Relationship Id="rId34" Type="http://schemas.openxmlformats.org/officeDocument/2006/relationships/image" Target="../media/image492.png"/><Relationship Id="rId33" Type="http://schemas.openxmlformats.org/officeDocument/2006/relationships/image" Target="../media/image491.png"/><Relationship Id="rId32" Type="http://schemas.openxmlformats.org/officeDocument/2006/relationships/image" Target="../media/image490.png"/><Relationship Id="rId31" Type="http://schemas.openxmlformats.org/officeDocument/2006/relationships/image" Target="../media/image489.png"/><Relationship Id="rId30" Type="http://schemas.openxmlformats.org/officeDocument/2006/relationships/image" Target="../media/image488.png"/><Relationship Id="rId3" Type="http://schemas.openxmlformats.org/officeDocument/2006/relationships/image" Target="../media/image461.png"/><Relationship Id="rId29" Type="http://schemas.openxmlformats.org/officeDocument/2006/relationships/image" Target="../media/image487.png"/><Relationship Id="rId28" Type="http://schemas.openxmlformats.org/officeDocument/2006/relationships/image" Target="../media/image486.png"/><Relationship Id="rId27" Type="http://schemas.openxmlformats.org/officeDocument/2006/relationships/image" Target="../media/image485.png"/><Relationship Id="rId26" Type="http://schemas.openxmlformats.org/officeDocument/2006/relationships/image" Target="../media/image484.png"/><Relationship Id="rId25" Type="http://schemas.openxmlformats.org/officeDocument/2006/relationships/image" Target="../media/image483.png"/><Relationship Id="rId24" Type="http://schemas.openxmlformats.org/officeDocument/2006/relationships/image" Target="../media/image482.png"/><Relationship Id="rId23" Type="http://schemas.openxmlformats.org/officeDocument/2006/relationships/image" Target="../media/image481.png"/><Relationship Id="rId22" Type="http://schemas.openxmlformats.org/officeDocument/2006/relationships/image" Target="../media/image480.png"/><Relationship Id="rId21" Type="http://schemas.openxmlformats.org/officeDocument/2006/relationships/image" Target="../media/image479.png"/><Relationship Id="rId20" Type="http://schemas.openxmlformats.org/officeDocument/2006/relationships/image" Target="../media/image478.png"/><Relationship Id="rId2" Type="http://schemas.openxmlformats.org/officeDocument/2006/relationships/image" Target="../media/image460.png"/><Relationship Id="rId19" Type="http://schemas.openxmlformats.org/officeDocument/2006/relationships/image" Target="../media/image477.png"/><Relationship Id="rId18" Type="http://schemas.openxmlformats.org/officeDocument/2006/relationships/image" Target="../media/image476.png"/><Relationship Id="rId17" Type="http://schemas.openxmlformats.org/officeDocument/2006/relationships/image" Target="../media/image475.png"/><Relationship Id="rId16" Type="http://schemas.openxmlformats.org/officeDocument/2006/relationships/image" Target="../media/image474.png"/><Relationship Id="rId15" Type="http://schemas.openxmlformats.org/officeDocument/2006/relationships/image" Target="../media/image473.png"/><Relationship Id="rId14" Type="http://schemas.openxmlformats.org/officeDocument/2006/relationships/image" Target="../media/image472.png"/><Relationship Id="rId13" Type="http://schemas.openxmlformats.org/officeDocument/2006/relationships/image" Target="../media/image471.png"/><Relationship Id="rId124" Type="http://schemas.openxmlformats.org/officeDocument/2006/relationships/slideLayout" Target="../slideLayouts/slideLayout7.xml"/><Relationship Id="rId123" Type="http://schemas.openxmlformats.org/officeDocument/2006/relationships/image" Target="../media/image581.png"/><Relationship Id="rId122" Type="http://schemas.openxmlformats.org/officeDocument/2006/relationships/image" Target="../media/image580.png"/><Relationship Id="rId121" Type="http://schemas.openxmlformats.org/officeDocument/2006/relationships/image" Target="../media/image579.png"/><Relationship Id="rId120" Type="http://schemas.openxmlformats.org/officeDocument/2006/relationships/image" Target="../media/image578.png"/><Relationship Id="rId12" Type="http://schemas.openxmlformats.org/officeDocument/2006/relationships/image" Target="../media/image470.png"/><Relationship Id="rId119" Type="http://schemas.openxmlformats.org/officeDocument/2006/relationships/image" Target="../media/image577.png"/><Relationship Id="rId118" Type="http://schemas.openxmlformats.org/officeDocument/2006/relationships/image" Target="../media/image576.png"/><Relationship Id="rId117" Type="http://schemas.openxmlformats.org/officeDocument/2006/relationships/image" Target="../media/image575.png"/><Relationship Id="rId116" Type="http://schemas.openxmlformats.org/officeDocument/2006/relationships/image" Target="../media/image574.png"/><Relationship Id="rId115" Type="http://schemas.openxmlformats.org/officeDocument/2006/relationships/image" Target="../media/image573.png"/><Relationship Id="rId114" Type="http://schemas.openxmlformats.org/officeDocument/2006/relationships/image" Target="../media/image572.png"/><Relationship Id="rId113" Type="http://schemas.openxmlformats.org/officeDocument/2006/relationships/image" Target="../media/image571.png"/><Relationship Id="rId112" Type="http://schemas.openxmlformats.org/officeDocument/2006/relationships/image" Target="../media/image570.png"/><Relationship Id="rId111" Type="http://schemas.openxmlformats.org/officeDocument/2006/relationships/image" Target="../media/image569.png"/><Relationship Id="rId110" Type="http://schemas.openxmlformats.org/officeDocument/2006/relationships/image" Target="../media/image568.png"/><Relationship Id="rId11" Type="http://schemas.openxmlformats.org/officeDocument/2006/relationships/image" Target="../media/image469.png"/><Relationship Id="rId109" Type="http://schemas.openxmlformats.org/officeDocument/2006/relationships/image" Target="../media/image567.png"/><Relationship Id="rId108" Type="http://schemas.openxmlformats.org/officeDocument/2006/relationships/image" Target="../media/image566.png"/><Relationship Id="rId107" Type="http://schemas.openxmlformats.org/officeDocument/2006/relationships/image" Target="../media/image565.png"/><Relationship Id="rId106" Type="http://schemas.openxmlformats.org/officeDocument/2006/relationships/image" Target="../media/image564.png"/><Relationship Id="rId105" Type="http://schemas.openxmlformats.org/officeDocument/2006/relationships/image" Target="../media/image563.png"/><Relationship Id="rId104" Type="http://schemas.openxmlformats.org/officeDocument/2006/relationships/image" Target="../media/image562.png"/><Relationship Id="rId103" Type="http://schemas.openxmlformats.org/officeDocument/2006/relationships/image" Target="../media/image561.png"/><Relationship Id="rId102" Type="http://schemas.openxmlformats.org/officeDocument/2006/relationships/image" Target="../media/image560.png"/><Relationship Id="rId101" Type="http://schemas.openxmlformats.org/officeDocument/2006/relationships/image" Target="../media/image559.png"/><Relationship Id="rId100" Type="http://schemas.openxmlformats.org/officeDocument/2006/relationships/image" Target="../media/image558.png"/><Relationship Id="rId10" Type="http://schemas.openxmlformats.org/officeDocument/2006/relationships/image" Target="../media/image468.png"/><Relationship Id="rId1" Type="http://schemas.openxmlformats.org/officeDocument/2006/relationships/image" Target="../media/image4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asset_0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1109" y="321468"/>
            <a:ext cx="4726781" cy="1762124"/>
          </a:xfrm>
          <a:prstGeom prst="rect">
            <a:avLst/>
          </a:prstGeom>
        </p:spPr>
      </p:pic>
      <p:pic>
        <p:nvPicPr>
          <p:cNvPr id="4" name="Picture 3" descr="asset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890" y="464343"/>
            <a:ext cx="29765" cy="142874"/>
          </a:xfrm>
          <a:prstGeom prst="rect">
            <a:avLst/>
          </a:prstGeom>
        </p:spPr>
      </p:pic>
      <p:pic>
        <p:nvPicPr>
          <p:cNvPr id="5" name="Picture 4" descr="asset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78" y="589359"/>
            <a:ext cx="41671" cy="541734"/>
          </a:xfrm>
          <a:prstGeom prst="rect">
            <a:avLst/>
          </a:prstGeom>
        </p:spPr>
      </p:pic>
      <p:pic>
        <p:nvPicPr>
          <p:cNvPr id="6" name="Picture 5" descr="asset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4375" y="714375"/>
            <a:ext cx="1400810" cy="571500"/>
          </a:xfrm>
          <a:prstGeom prst="rect">
            <a:avLst/>
          </a:prstGeom>
        </p:spPr>
      </p:pic>
      <p:pic>
        <p:nvPicPr>
          <p:cNvPr id="7" name="Picture 6" descr="asset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0827" y="714374"/>
            <a:ext cx="1476374" cy="571499"/>
          </a:xfrm>
          <a:prstGeom prst="rect">
            <a:avLst/>
          </a:prstGeom>
        </p:spPr>
      </p:pic>
      <p:pic>
        <p:nvPicPr>
          <p:cNvPr id="8" name="Picture 7" descr="asset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2370" y="714375"/>
            <a:ext cx="1557020" cy="571500"/>
          </a:xfrm>
          <a:prstGeom prst="rect">
            <a:avLst/>
          </a:prstGeom>
        </p:spPr>
      </p:pic>
      <p:pic>
        <p:nvPicPr>
          <p:cNvPr id="9" name="Picture 8" descr="asset_0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5739" y="839390"/>
            <a:ext cx="267890" cy="315515"/>
          </a:xfrm>
          <a:prstGeom prst="rect">
            <a:avLst/>
          </a:prstGeom>
        </p:spPr>
      </p:pic>
      <p:pic>
        <p:nvPicPr>
          <p:cNvPr id="10" name="Picture 9" descr="asset_0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6577" y="863203"/>
            <a:ext cx="113109" cy="279796"/>
          </a:xfrm>
          <a:prstGeom prst="rect">
            <a:avLst/>
          </a:prstGeom>
        </p:spPr>
      </p:pic>
      <p:pic>
        <p:nvPicPr>
          <p:cNvPr id="11" name="Picture 10" descr="asset_0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3655" y="887015"/>
            <a:ext cx="273843" cy="250031"/>
          </a:xfrm>
          <a:prstGeom prst="rect">
            <a:avLst/>
          </a:prstGeom>
        </p:spPr>
      </p:pic>
      <p:pic>
        <p:nvPicPr>
          <p:cNvPr id="12" name="Picture 11" descr="asset_0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67749" y="892968"/>
            <a:ext cx="166687" cy="250031"/>
          </a:xfrm>
          <a:prstGeom prst="rect">
            <a:avLst/>
          </a:prstGeom>
        </p:spPr>
      </p:pic>
      <p:pic>
        <p:nvPicPr>
          <p:cNvPr id="13" name="Picture 12" descr="asset_0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1995" y="1351280"/>
            <a:ext cx="1393190" cy="559435"/>
          </a:xfrm>
          <a:prstGeom prst="rect">
            <a:avLst/>
          </a:prstGeom>
        </p:spPr>
      </p:pic>
      <p:pic>
        <p:nvPicPr>
          <p:cNvPr id="14" name="Picture 13" descr="asset_01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30827" y="1351359"/>
            <a:ext cx="1476374" cy="559593"/>
          </a:xfrm>
          <a:prstGeom prst="rect">
            <a:avLst/>
          </a:prstGeom>
        </p:spPr>
      </p:pic>
      <p:pic>
        <p:nvPicPr>
          <p:cNvPr id="15" name="Picture 14" descr="asset_01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72370" y="1351280"/>
            <a:ext cx="1572895" cy="559435"/>
          </a:xfrm>
          <a:prstGeom prst="rect">
            <a:avLst/>
          </a:prstGeom>
        </p:spPr>
      </p:pic>
      <p:pic>
        <p:nvPicPr>
          <p:cNvPr id="16" name="Picture 15" descr="asset_01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09609" y="1464468"/>
            <a:ext cx="285749" cy="339328"/>
          </a:xfrm>
          <a:prstGeom prst="rect">
            <a:avLst/>
          </a:prstGeom>
        </p:spPr>
      </p:pic>
      <p:pic>
        <p:nvPicPr>
          <p:cNvPr id="17" name="Picture 16" descr="asset_01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9072" y="1482328"/>
            <a:ext cx="273843" cy="291703"/>
          </a:xfrm>
          <a:prstGeom prst="rect">
            <a:avLst/>
          </a:prstGeom>
        </p:spPr>
      </p:pic>
      <p:pic>
        <p:nvPicPr>
          <p:cNvPr id="18" name="Picture 17" descr="asset_01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3937" y="1494234"/>
            <a:ext cx="303609" cy="279796"/>
          </a:xfrm>
          <a:prstGeom prst="rect">
            <a:avLst/>
          </a:prstGeom>
        </p:spPr>
      </p:pic>
      <p:pic>
        <p:nvPicPr>
          <p:cNvPr id="19" name="Picture 18" descr="asset_01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9359" y="1565671"/>
            <a:ext cx="1065609" cy="369093"/>
          </a:xfrm>
          <a:prstGeom prst="rect">
            <a:avLst/>
          </a:prstGeom>
        </p:spPr>
      </p:pic>
      <p:pic>
        <p:nvPicPr>
          <p:cNvPr id="20" name="Picture 19" descr="asset_019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15703" y="1565671"/>
            <a:ext cx="1083468" cy="369093"/>
          </a:xfrm>
          <a:prstGeom prst="rect">
            <a:avLst/>
          </a:prstGeom>
        </p:spPr>
      </p:pic>
      <p:pic>
        <p:nvPicPr>
          <p:cNvPr id="21" name="Picture 20" descr="asset_020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7999" y="1565671"/>
            <a:ext cx="1154906" cy="369093"/>
          </a:xfrm>
          <a:prstGeom prst="rect">
            <a:avLst/>
          </a:prstGeom>
        </p:spPr>
      </p:pic>
      <p:pic>
        <p:nvPicPr>
          <p:cNvPr id="22" name="Picture 21" descr="asset_02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51734" y="1565671"/>
            <a:ext cx="1220390" cy="369093"/>
          </a:xfrm>
          <a:prstGeom prst="rect">
            <a:avLst/>
          </a:prstGeom>
        </p:spPr>
      </p:pic>
      <p:pic>
        <p:nvPicPr>
          <p:cNvPr id="23" name="Picture 22" descr="asset_02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8187" y="1625203"/>
            <a:ext cx="184546" cy="232171"/>
          </a:xfrm>
          <a:prstGeom prst="rect">
            <a:avLst/>
          </a:prstGeom>
        </p:spPr>
      </p:pic>
      <p:pic>
        <p:nvPicPr>
          <p:cNvPr id="24" name="Picture 23" descr="asset_02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02781" y="1637109"/>
            <a:ext cx="232171" cy="214312"/>
          </a:xfrm>
          <a:prstGeom prst="rect">
            <a:avLst/>
          </a:prstGeom>
        </p:spPr>
      </p:pic>
      <p:pic>
        <p:nvPicPr>
          <p:cNvPr id="25" name="Picture 24" descr="asset_024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18421" y="1637109"/>
            <a:ext cx="178593" cy="232171"/>
          </a:xfrm>
          <a:prstGeom prst="rect">
            <a:avLst/>
          </a:prstGeom>
        </p:spPr>
      </p:pic>
      <p:pic>
        <p:nvPicPr>
          <p:cNvPr id="26" name="Picture 25" descr="asset_02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52624" y="1654968"/>
            <a:ext cx="190499" cy="184546"/>
          </a:xfrm>
          <a:prstGeom prst="rect">
            <a:avLst/>
          </a:prstGeom>
        </p:spPr>
      </p:pic>
      <p:pic>
        <p:nvPicPr>
          <p:cNvPr id="27" name="Picture 26" descr="asset_026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94296" y="1696640"/>
            <a:ext cx="35718" cy="35718"/>
          </a:xfrm>
          <a:prstGeom prst="rect">
            <a:avLst/>
          </a:prstGeom>
        </p:spPr>
      </p:pic>
      <p:pic>
        <p:nvPicPr>
          <p:cNvPr id="28" name="Picture 27" descr="asset_027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85749" y="2214562"/>
            <a:ext cx="11614546" cy="2381249"/>
          </a:xfrm>
          <a:prstGeom prst="rect">
            <a:avLst/>
          </a:prstGeom>
        </p:spPr>
      </p:pic>
      <p:pic>
        <p:nvPicPr>
          <p:cNvPr id="29" name="Picture 28" descr="asset_028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0531" y="2339578"/>
            <a:ext cx="29765" cy="142874"/>
          </a:xfrm>
          <a:prstGeom prst="rect">
            <a:avLst/>
          </a:prstGeom>
        </p:spPr>
      </p:pic>
      <p:pic>
        <p:nvPicPr>
          <p:cNvPr id="30" name="Picture 29" descr="asset_029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16718" y="2577703"/>
            <a:ext cx="2012156" cy="1190624"/>
          </a:xfrm>
          <a:prstGeom prst="rect">
            <a:avLst/>
          </a:prstGeom>
        </p:spPr>
      </p:pic>
      <p:pic>
        <p:nvPicPr>
          <p:cNvPr id="31" name="Picture 30" descr="asset_030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887265" y="2577703"/>
            <a:ext cx="1666874" cy="1190624"/>
          </a:xfrm>
          <a:prstGeom prst="rect">
            <a:avLst/>
          </a:prstGeom>
        </p:spPr>
      </p:pic>
      <p:pic>
        <p:nvPicPr>
          <p:cNvPr id="32" name="Picture 31" descr="asset_031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66109" y="2577703"/>
            <a:ext cx="1827609" cy="1190624"/>
          </a:xfrm>
          <a:prstGeom prst="rect">
            <a:avLst/>
          </a:prstGeom>
        </p:spPr>
      </p:pic>
      <p:pic>
        <p:nvPicPr>
          <p:cNvPr id="33" name="Picture 32" descr="asset_032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52109" y="2583656"/>
            <a:ext cx="1762124" cy="1184671"/>
          </a:xfrm>
          <a:prstGeom prst="rect">
            <a:avLst/>
          </a:prstGeom>
        </p:spPr>
      </p:pic>
      <p:pic>
        <p:nvPicPr>
          <p:cNvPr id="34" name="Picture 33" descr="asset_033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596437" y="2583656"/>
            <a:ext cx="2071687" cy="1178718"/>
          </a:xfrm>
          <a:prstGeom prst="rect">
            <a:avLst/>
          </a:prstGeom>
        </p:spPr>
      </p:pic>
      <p:pic>
        <p:nvPicPr>
          <p:cNvPr id="35" name="Picture 34" descr="asset_034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11968" y="2661046"/>
            <a:ext cx="291703" cy="291703"/>
          </a:xfrm>
          <a:prstGeom prst="rect">
            <a:avLst/>
          </a:prstGeom>
        </p:spPr>
      </p:pic>
      <p:pic>
        <p:nvPicPr>
          <p:cNvPr id="36" name="Picture 35" descr="asset_035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155406" y="2678906"/>
            <a:ext cx="244078" cy="250031"/>
          </a:xfrm>
          <a:prstGeom prst="rect">
            <a:avLst/>
          </a:prstGeom>
        </p:spPr>
      </p:pic>
      <p:pic>
        <p:nvPicPr>
          <p:cNvPr id="37" name="Picture 36" descr="asset_036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453312" y="2678906"/>
            <a:ext cx="250031" cy="244078"/>
          </a:xfrm>
          <a:prstGeom prst="rect">
            <a:avLst/>
          </a:prstGeom>
        </p:spPr>
      </p:pic>
      <p:pic>
        <p:nvPicPr>
          <p:cNvPr id="38" name="Picture 37" descr="asset_037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691687" y="2678906"/>
            <a:ext cx="244078" cy="250031"/>
          </a:xfrm>
          <a:prstGeom prst="rect">
            <a:avLst/>
          </a:prstGeom>
        </p:spPr>
      </p:pic>
      <p:pic>
        <p:nvPicPr>
          <p:cNvPr id="39" name="Picture 38" descr="asset_038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976562" y="2684859"/>
            <a:ext cx="261937" cy="255984"/>
          </a:xfrm>
          <a:prstGeom prst="rect">
            <a:avLst/>
          </a:prstGeom>
        </p:spPr>
      </p:pic>
      <p:pic>
        <p:nvPicPr>
          <p:cNvPr id="40" name="Picture 39" descr="asset_039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500312" y="3030140"/>
            <a:ext cx="333374" cy="148828"/>
          </a:xfrm>
          <a:prstGeom prst="rect">
            <a:avLst/>
          </a:prstGeom>
        </p:spPr>
      </p:pic>
      <p:pic>
        <p:nvPicPr>
          <p:cNvPr id="41" name="Picture 40" descr="asset_040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643437" y="3030140"/>
            <a:ext cx="333374" cy="148828"/>
          </a:xfrm>
          <a:prstGeom prst="rect">
            <a:avLst/>
          </a:prstGeom>
        </p:spPr>
      </p:pic>
      <p:pic>
        <p:nvPicPr>
          <p:cNvPr id="42" name="Picture 41" descr="asset_041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959202" y="3030140"/>
            <a:ext cx="327421" cy="148828"/>
          </a:xfrm>
          <a:prstGeom prst="rect">
            <a:avLst/>
          </a:prstGeom>
        </p:spPr>
      </p:pic>
      <p:pic>
        <p:nvPicPr>
          <p:cNvPr id="43" name="Picture 42" descr="asset_042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179718" y="3030140"/>
            <a:ext cx="333374" cy="148828"/>
          </a:xfrm>
          <a:prstGeom prst="rect">
            <a:avLst/>
          </a:prstGeom>
        </p:spPr>
      </p:pic>
      <p:pic>
        <p:nvPicPr>
          <p:cNvPr id="44" name="Picture 43" descr="asset_043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83406" y="3131343"/>
            <a:ext cx="440531" cy="523874"/>
          </a:xfrm>
          <a:prstGeom prst="rect">
            <a:avLst/>
          </a:prstGeom>
        </p:spPr>
      </p:pic>
      <p:pic>
        <p:nvPicPr>
          <p:cNvPr id="45" name="Picture 44" descr="asset_044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036093" y="3280171"/>
            <a:ext cx="666749" cy="375046"/>
          </a:xfrm>
          <a:prstGeom prst="rect">
            <a:avLst/>
          </a:prstGeom>
        </p:spPr>
      </p:pic>
      <p:pic>
        <p:nvPicPr>
          <p:cNvPr id="46" name="Picture 45" descr="asset_045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721452" y="3286124"/>
            <a:ext cx="386953" cy="380999"/>
          </a:xfrm>
          <a:prstGeom prst="rect">
            <a:avLst/>
          </a:prstGeom>
        </p:spPr>
      </p:pic>
      <p:pic>
        <p:nvPicPr>
          <p:cNvPr id="47" name="Picture 46" descr="asset_046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155406" y="3292078"/>
            <a:ext cx="464343" cy="363140"/>
          </a:xfrm>
          <a:prstGeom prst="rect">
            <a:avLst/>
          </a:prstGeom>
        </p:spPr>
      </p:pic>
      <p:pic>
        <p:nvPicPr>
          <p:cNvPr id="48" name="Picture 47" descr="asset_047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94984" y="3303984"/>
            <a:ext cx="1333499" cy="375046"/>
          </a:xfrm>
          <a:prstGeom prst="rect">
            <a:avLst/>
          </a:prstGeom>
        </p:spPr>
      </p:pic>
      <p:pic>
        <p:nvPicPr>
          <p:cNvPr id="49" name="Picture 48" descr="asset_048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649515" y="3309937"/>
            <a:ext cx="720328" cy="375046"/>
          </a:xfrm>
          <a:prstGeom prst="rect">
            <a:avLst/>
          </a:prstGeom>
        </p:spPr>
      </p:pic>
      <p:pic>
        <p:nvPicPr>
          <p:cNvPr id="50" name="Picture 49" descr="asset_049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494359" y="3315890"/>
            <a:ext cx="309562" cy="71437"/>
          </a:xfrm>
          <a:prstGeom prst="rect">
            <a:avLst/>
          </a:prstGeom>
        </p:spPr>
      </p:pic>
      <p:pic>
        <p:nvPicPr>
          <p:cNvPr id="51" name="Picture 50" descr="asset_050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953249" y="3315890"/>
            <a:ext cx="333374" cy="77390"/>
          </a:xfrm>
          <a:prstGeom prst="rect">
            <a:avLst/>
          </a:prstGeom>
        </p:spPr>
      </p:pic>
      <p:pic>
        <p:nvPicPr>
          <p:cNvPr id="52" name="Picture 51" descr="asset_051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316640" y="3315890"/>
            <a:ext cx="65484" cy="71437"/>
          </a:xfrm>
          <a:prstGeom prst="rect">
            <a:avLst/>
          </a:prstGeom>
        </p:spPr>
      </p:pic>
      <p:pic>
        <p:nvPicPr>
          <p:cNvPr id="53" name="Picture 52" descr="asset_052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744640" y="3321843"/>
            <a:ext cx="101203" cy="65484"/>
          </a:xfrm>
          <a:prstGeom prst="rect">
            <a:avLst/>
          </a:prstGeom>
        </p:spPr>
      </p:pic>
      <p:pic>
        <p:nvPicPr>
          <p:cNvPr id="54" name="Picture 53" descr="asset_053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821781" y="3345656"/>
            <a:ext cx="17859" cy="17859"/>
          </a:xfrm>
          <a:prstGeom prst="rect">
            <a:avLst/>
          </a:prstGeom>
        </p:spPr>
      </p:pic>
      <p:pic>
        <p:nvPicPr>
          <p:cNvPr id="55" name="Picture 54" descr="asset_054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643437" y="3345656"/>
            <a:ext cx="339328" cy="17859"/>
          </a:xfrm>
          <a:prstGeom prst="rect">
            <a:avLst/>
          </a:prstGeom>
        </p:spPr>
      </p:pic>
      <p:pic>
        <p:nvPicPr>
          <p:cNvPr id="56" name="Picture 55" descr="asset_055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185671" y="3345656"/>
            <a:ext cx="327421" cy="17859"/>
          </a:xfrm>
          <a:prstGeom prst="rect">
            <a:avLst/>
          </a:prstGeom>
        </p:spPr>
      </p:pic>
      <p:pic>
        <p:nvPicPr>
          <p:cNvPr id="57" name="Picture 56" descr="asset_056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911702" y="3351609"/>
            <a:ext cx="470296" cy="309562"/>
          </a:xfrm>
          <a:prstGeom prst="rect">
            <a:avLst/>
          </a:prstGeom>
        </p:spPr>
      </p:pic>
      <p:pic>
        <p:nvPicPr>
          <p:cNvPr id="58" name="Picture 57" descr="asset_057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697390" y="3363515"/>
            <a:ext cx="130968" cy="130968"/>
          </a:xfrm>
          <a:prstGeom prst="rect">
            <a:avLst/>
          </a:prstGeom>
        </p:spPr>
      </p:pic>
      <p:pic>
        <p:nvPicPr>
          <p:cNvPr id="59" name="Picture 58" descr="asset_058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893843" y="3363515"/>
            <a:ext cx="11906" cy="261937"/>
          </a:xfrm>
          <a:prstGeom prst="rect">
            <a:avLst/>
          </a:prstGeom>
        </p:spPr>
      </p:pic>
      <p:pic>
        <p:nvPicPr>
          <p:cNvPr id="60" name="Picture 59" descr="asset_059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387952" y="3363515"/>
            <a:ext cx="11906" cy="23812"/>
          </a:xfrm>
          <a:prstGeom prst="rect">
            <a:avLst/>
          </a:prstGeom>
        </p:spPr>
      </p:pic>
      <p:pic>
        <p:nvPicPr>
          <p:cNvPr id="61" name="Picture 60" descr="asset_060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572374" y="3381374"/>
            <a:ext cx="238124" cy="238124"/>
          </a:xfrm>
          <a:prstGeom prst="rect">
            <a:avLst/>
          </a:prstGeom>
        </p:spPr>
      </p:pic>
      <p:pic>
        <p:nvPicPr>
          <p:cNvPr id="62" name="Picture 61" descr="asset_061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471296" y="3387328"/>
            <a:ext cx="291703" cy="232171"/>
          </a:xfrm>
          <a:prstGeom prst="rect">
            <a:avLst/>
          </a:prstGeom>
        </p:spPr>
      </p:pic>
      <p:pic>
        <p:nvPicPr>
          <p:cNvPr id="63" name="Picture 62" descr="asset_06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387952" y="3393281"/>
            <a:ext cx="11906" cy="214312"/>
          </a:xfrm>
          <a:prstGeom prst="rect">
            <a:avLst/>
          </a:prstGeom>
        </p:spPr>
      </p:pic>
      <p:pic>
        <p:nvPicPr>
          <p:cNvPr id="64" name="Picture 63" descr="asset_063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024812" y="3405187"/>
            <a:ext cx="250031" cy="220265"/>
          </a:xfrm>
          <a:prstGeom prst="rect">
            <a:avLst/>
          </a:prstGeom>
        </p:spPr>
      </p:pic>
      <p:pic>
        <p:nvPicPr>
          <p:cNvPr id="65" name="Picture 64" descr="asset_064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792890" y="3411140"/>
            <a:ext cx="136921" cy="190499"/>
          </a:xfrm>
          <a:prstGeom prst="rect">
            <a:avLst/>
          </a:prstGeom>
        </p:spPr>
      </p:pic>
      <p:pic>
        <p:nvPicPr>
          <p:cNvPr id="66" name="Picture 65" descr="asset_065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798968" y="3411140"/>
            <a:ext cx="720328" cy="238124"/>
          </a:xfrm>
          <a:prstGeom prst="rect">
            <a:avLst/>
          </a:prstGeom>
        </p:spPr>
      </p:pic>
      <p:pic>
        <p:nvPicPr>
          <p:cNvPr id="67" name="Picture 66" descr="asset_066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054577" y="3434953"/>
            <a:ext cx="190499" cy="83343"/>
          </a:xfrm>
          <a:prstGeom prst="rect">
            <a:avLst/>
          </a:prstGeom>
        </p:spPr>
      </p:pic>
      <p:pic>
        <p:nvPicPr>
          <p:cNvPr id="68" name="Picture 67" descr="asset_067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0275093" y="3452812"/>
            <a:ext cx="339328" cy="220265"/>
          </a:xfrm>
          <a:prstGeom prst="rect">
            <a:avLst/>
          </a:prstGeom>
        </p:spPr>
      </p:pic>
      <p:pic>
        <p:nvPicPr>
          <p:cNvPr id="69" name="Picture 68" descr="asset_068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8381999" y="3595687"/>
            <a:ext cx="17859" cy="29765"/>
          </a:xfrm>
          <a:prstGeom prst="rect">
            <a:avLst/>
          </a:prstGeom>
        </p:spPr>
      </p:pic>
      <p:pic>
        <p:nvPicPr>
          <p:cNvPr id="70" name="Picture 69" descr="asset_069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054577" y="3631406"/>
            <a:ext cx="154781" cy="17859"/>
          </a:xfrm>
          <a:prstGeom prst="rect">
            <a:avLst/>
          </a:prstGeom>
        </p:spPr>
      </p:pic>
      <p:pic>
        <p:nvPicPr>
          <p:cNvPr id="71" name="Picture 70" descr="asset_070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8203406" y="3744515"/>
            <a:ext cx="41671" cy="154781"/>
          </a:xfrm>
          <a:prstGeom prst="rect">
            <a:avLst/>
          </a:prstGeom>
        </p:spPr>
      </p:pic>
      <p:pic>
        <p:nvPicPr>
          <p:cNvPr id="72" name="Picture 71" descr="asset_071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321593" y="3786187"/>
            <a:ext cx="17859" cy="113109"/>
          </a:xfrm>
          <a:prstGeom prst="rect">
            <a:avLst/>
          </a:prstGeom>
        </p:spPr>
      </p:pic>
      <p:pic>
        <p:nvPicPr>
          <p:cNvPr id="73" name="Picture 72" descr="asset_072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3589734" y="3786187"/>
            <a:ext cx="17859" cy="83343"/>
          </a:xfrm>
          <a:prstGeom prst="rect">
            <a:avLst/>
          </a:prstGeom>
        </p:spPr>
      </p:pic>
      <p:pic>
        <p:nvPicPr>
          <p:cNvPr id="74" name="Picture 73" descr="asset_073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6030515" y="3786187"/>
            <a:ext cx="11906" cy="113109"/>
          </a:xfrm>
          <a:prstGeom prst="rect">
            <a:avLst/>
          </a:prstGeom>
        </p:spPr>
      </p:pic>
      <p:pic>
        <p:nvPicPr>
          <p:cNvPr id="75" name="Picture 74" descr="asset_074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0542984" y="3786187"/>
            <a:ext cx="17859" cy="113109"/>
          </a:xfrm>
          <a:prstGeom prst="rect">
            <a:avLst/>
          </a:prstGeom>
        </p:spPr>
      </p:pic>
      <p:pic>
        <p:nvPicPr>
          <p:cNvPr id="76" name="Picture 75" descr="asset_075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410765" y="3881437"/>
            <a:ext cx="11293077" cy="607218"/>
          </a:xfrm>
          <a:prstGeom prst="rect">
            <a:avLst/>
          </a:prstGeom>
        </p:spPr>
      </p:pic>
      <p:pic>
        <p:nvPicPr>
          <p:cNvPr id="77" name="Picture 76" descr="asset_076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571499" y="4060031"/>
            <a:ext cx="29765" cy="279796"/>
          </a:xfrm>
          <a:prstGeom prst="rect">
            <a:avLst/>
          </a:prstGeom>
        </p:spPr>
      </p:pic>
      <p:pic>
        <p:nvPicPr>
          <p:cNvPr id="78" name="Picture 77" descr="asset_077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5369718" y="4060031"/>
            <a:ext cx="11906" cy="291703"/>
          </a:xfrm>
          <a:prstGeom prst="rect">
            <a:avLst/>
          </a:prstGeom>
        </p:spPr>
      </p:pic>
      <p:pic>
        <p:nvPicPr>
          <p:cNvPr id="79" name="Picture 78" descr="asset_078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7465218" y="4060031"/>
            <a:ext cx="11906" cy="291703"/>
          </a:xfrm>
          <a:prstGeom prst="rect">
            <a:avLst/>
          </a:prstGeom>
        </p:spPr>
      </p:pic>
      <p:pic>
        <p:nvPicPr>
          <p:cNvPr id="80" name="Picture 79" descr="asset_079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9572624" y="4060031"/>
            <a:ext cx="11906" cy="291703"/>
          </a:xfrm>
          <a:prstGeom prst="rect">
            <a:avLst/>
          </a:prstGeom>
        </p:spPr>
      </p:pic>
      <p:pic>
        <p:nvPicPr>
          <p:cNvPr id="81" name="Picture 80" descr="asset_080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9917906" y="4065984"/>
            <a:ext cx="244078" cy="297656"/>
          </a:xfrm>
          <a:prstGeom prst="rect">
            <a:avLst/>
          </a:prstGeom>
        </p:spPr>
      </p:pic>
      <p:pic>
        <p:nvPicPr>
          <p:cNvPr id="82" name="Picture 81" descr="asset_081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7750968" y="4071937"/>
            <a:ext cx="297656" cy="285749"/>
          </a:xfrm>
          <a:prstGeom prst="rect">
            <a:avLst/>
          </a:prstGeom>
        </p:spPr>
      </p:pic>
      <p:pic>
        <p:nvPicPr>
          <p:cNvPr id="83" name="Picture 82" descr="asset_082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1708546" y="4077890"/>
            <a:ext cx="285749" cy="297656"/>
          </a:xfrm>
          <a:prstGeom prst="rect">
            <a:avLst/>
          </a:prstGeom>
        </p:spPr>
      </p:pic>
      <p:pic>
        <p:nvPicPr>
          <p:cNvPr id="84" name="Picture 83" descr="asset_083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5673327" y="4077890"/>
            <a:ext cx="267890" cy="273843"/>
          </a:xfrm>
          <a:prstGeom prst="rect">
            <a:avLst/>
          </a:prstGeom>
        </p:spPr>
      </p:pic>
      <p:pic>
        <p:nvPicPr>
          <p:cNvPr id="85" name="Picture 84" descr="asset_084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3524249" y="4089796"/>
            <a:ext cx="238124" cy="285749"/>
          </a:xfrm>
          <a:prstGeom prst="rect">
            <a:avLst/>
          </a:prstGeom>
        </p:spPr>
      </p:pic>
      <p:pic>
        <p:nvPicPr>
          <p:cNvPr id="86" name="Picture 85" descr="asset_085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279796" y="4691062"/>
            <a:ext cx="3714749" cy="1529953"/>
          </a:xfrm>
          <a:prstGeom prst="rect">
            <a:avLst/>
          </a:prstGeom>
        </p:spPr>
      </p:pic>
      <p:pic>
        <p:nvPicPr>
          <p:cNvPr id="87" name="Picture 86" descr="asset_086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4196953" y="4691062"/>
            <a:ext cx="3690937" cy="1541859"/>
          </a:xfrm>
          <a:prstGeom prst="rect">
            <a:avLst/>
          </a:prstGeom>
        </p:spPr>
      </p:pic>
      <p:pic>
        <p:nvPicPr>
          <p:cNvPr id="88" name="Picture 87" descr="asset_087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8036718" y="4691062"/>
            <a:ext cx="3869531" cy="1541859"/>
          </a:xfrm>
          <a:prstGeom prst="rect">
            <a:avLst/>
          </a:prstGeom>
        </p:spPr>
      </p:pic>
      <p:pic>
        <p:nvPicPr>
          <p:cNvPr id="89" name="Picture 88" descr="asset_088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434578" y="4822031"/>
            <a:ext cx="291703" cy="250031"/>
          </a:xfrm>
          <a:prstGeom prst="rect">
            <a:avLst/>
          </a:prstGeom>
        </p:spPr>
      </p:pic>
      <p:pic>
        <p:nvPicPr>
          <p:cNvPr id="90" name="Picture 89" descr="asset_089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8185546" y="4833937"/>
            <a:ext cx="291703" cy="255984"/>
          </a:xfrm>
          <a:prstGeom prst="rect">
            <a:avLst/>
          </a:prstGeom>
        </p:spPr>
      </p:pic>
      <p:pic>
        <p:nvPicPr>
          <p:cNvPr id="91" name="Picture 90" descr="asset_090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4339828" y="4839890"/>
            <a:ext cx="285749" cy="250031"/>
          </a:xfrm>
          <a:prstGeom prst="rect">
            <a:avLst/>
          </a:prstGeom>
        </p:spPr>
      </p:pic>
      <p:pic>
        <p:nvPicPr>
          <p:cNvPr id="92" name="Picture 91" descr="asset_091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517921" y="4905374"/>
            <a:ext cx="41671" cy="89296"/>
          </a:xfrm>
          <a:prstGeom prst="rect">
            <a:avLst/>
          </a:prstGeom>
        </p:spPr>
      </p:pic>
      <p:pic>
        <p:nvPicPr>
          <p:cNvPr id="93" name="Picture 92" descr="asset_092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4411265" y="4923234"/>
            <a:ext cx="41671" cy="89296"/>
          </a:xfrm>
          <a:prstGeom prst="rect">
            <a:avLst/>
          </a:prstGeom>
        </p:spPr>
      </p:pic>
      <p:pic>
        <p:nvPicPr>
          <p:cNvPr id="94" name="Picture 93" descr="asset_093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262937" y="4923234"/>
            <a:ext cx="41671" cy="89296"/>
          </a:xfrm>
          <a:prstGeom prst="rect">
            <a:avLst/>
          </a:prstGeom>
        </p:spPr>
      </p:pic>
      <p:pic>
        <p:nvPicPr>
          <p:cNvPr id="95" name="Picture 94" descr="asset_094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440531" y="5060156"/>
            <a:ext cx="779859" cy="851296"/>
          </a:xfrm>
          <a:prstGeom prst="rect">
            <a:avLst/>
          </a:prstGeom>
        </p:spPr>
      </p:pic>
      <p:pic>
        <p:nvPicPr>
          <p:cNvPr id="96" name="Picture 95" descr="asset_095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4345781" y="5208984"/>
            <a:ext cx="773906" cy="738187"/>
          </a:xfrm>
          <a:prstGeom prst="rect">
            <a:avLst/>
          </a:prstGeom>
        </p:spPr>
      </p:pic>
      <p:pic>
        <p:nvPicPr>
          <p:cNvPr id="97" name="Picture 96" descr="asset_096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8161734" y="5238749"/>
            <a:ext cx="702468" cy="761999"/>
          </a:xfrm>
          <a:prstGeom prst="rect">
            <a:avLst/>
          </a:prstGeom>
        </p:spPr>
      </p:pic>
      <p:pic>
        <p:nvPicPr>
          <p:cNvPr id="98" name="Picture 97" descr="asset_097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1321593" y="5518546"/>
            <a:ext cx="2339578" cy="5953"/>
          </a:xfrm>
          <a:prstGeom prst="rect">
            <a:avLst/>
          </a:prstGeom>
        </p:spPr>
      </p:pic>
      <p:pic>
        <p:nvPicPr>
          <p:cNvPr id="99" name="Picture 98" descr="asset_098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5244702" y="5530452"/>
            <a:ext cx="2440781" cy="11906"/>
          </a:xfrm>
          <a:prstGeom prst="rect">
            <a:avLst/>
          </a:prstGeom>
        </p:spPr>
      </p:pic>
      <p:pic>
        <p:nvPicPr>
          <p:cNvPr id="100" name="Picture 99" descr="asset_099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9072562" y="5530452"/>
            <a:ext cx="2559843" cy="11906"/>
          </a:xfrm>
          <a:prstGeom prst="rect">
            <a:avLst/>
          </a:prstGeom>
        </p:spPr>
      </p:pic>
      <p:pic>
        <p:nvPicPr>
          <p:cNvPr id="101" name="Picture 100" descr="asset_100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2053828" y="5679281"/>
            <a:ext cx="11906" cy="309562"/>
          </a:xfrm>
          <a:prstGeom prst="rect">
            <a:avLst/>
          </a:prstGeom>
        </p:spPr>
      </p:pic>
      <p:pic>
        <p:nvPicPr>
          <p:cNvPr id="102" name="Picture 101" descr="asset_101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893718" y="5679281"/>
            <a:ext cx="172640" cy="208359"/>
          </a:xfrm>
          <a:prstGeom prst="rect">
            <a:avLst/>
          </a:prstGeom>
        </p:spPr>
      </p:pic>
      <p:pic>
        <p:nvPicPr>
          <p:cNvPr id="103" name="Picture 102" descr="asset_102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893218" y="5685234"/>
            <a:ext cx="11906" cy="303609"/>
          </a:xfrm>
          <a:prstGeom prst="rect">
            <a:avLst/>
          </a:prstGeom>
        </p:spPr>
      </p:pic>
      <p:pic>
        <p:nvPicPr>
          <p:cNvPr id="104" name="Picture 103" descr="asset_103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244702" y="5685234"/>
            <a:ext cx="11906" cy="309562"/>
          </a:xfrm>
          <a:prstGeom prst="rect">
            <a:avLst/>
          </a:prstGeom>
        </p:spPr>
      </p:pic>
      <p:pic>
        <p:nvPicPr>
          <p:cNvPr id="105" name="Picture 104" descr="asset_104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5953124" y="5685234"/>
            <a:ext cx="11906" cy="309562"/>
          </a:xfrm>
          <a:prstGeom prst="rect">
            <a:avLst/>
          </a:prstGeom>
        </p:spPr>
      </p:pic>
      <p:pic>
        <p:nvPicPr>
          <p:cNvPr id="106" name="Picture 105" descr="asset_105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744890" y="5685234"/>
            <a:ext cx="11906" cy="309562"/>
          </a:xfrm>
          <a:prstGeom prst="rect">
            <a:avLst/>
          </a:prstGeom>
        </p:spPr>
      </p:pic>
      <p:pic>
        <p:nvPicPr>
          <p:cNvPr id="107" name="Picture 106" descr="asset_106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3059906" y="5691187"/>
            <a:ext cx="136921" cy="154781"/>
          </a:xfrm>
          <a:prstGeom prst="rect">
            <a:avLst/>
          </a:prstGeom>
        </p:spPr>
      </p:pic>
      <p:pic>
        <p:nvPicPr>
          <p:cNvPr id="108" name="Picture 107" descr="asset_107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9858374" y="5691187"/>
            <a:ext cx="11906" cy="303609"/>
          </a:xfrm>
          <a:prstGeom prst="rect">
            <a:avLst/>
          </a:prstGeom>
        </p:spPr>
      </p:pic>
      <p:pic>
        <p:nvPicPr>
          <p:cNvPr id="109" name="Picture 108" descr="asset_108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2238374" y="5697140"/>
            <a:ext cx="136921" cy="148828"/>
          </a:xfrm>
          <a:prstGeom prst="rect">
            <a:avLst/>
          </a:prstGeom>
        </p:spPr>
      </p:pic>
      <p:pic>
        <p:nvPicPr>
          <p:cNvPr id="110" name="Picture 109" descr="asset_109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9149952" y="5697140"/>
            <a:ext cx="130968" cy="142874"/>
          </a:xfrm>
          <a:prstGeom prst="rect">
            <a:avLst/>
          </a:prstGeom>
        </p:spPr>
      </p:pic>
      <p:pic>
        <p:nvPicPr>
          <p:cNvPr id="111" name="Picture 110" descr="asset_110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10733484" y="5697140"/>
            <a:ext cx="11906" cy="297656"/>
          </a:xfrm>
          <a:prstGeom prst="rect">
            <a:avLst/>
          </a:prstGeom>
        </p:spPr>
      </p:pic>
      <p:pic>
        <p:nvPicPr>
          <p:cNvPr id="112" name="Picture 111" descr="asset_111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9989343" y="5703093"/>
            <a:ext cx="125015" cy="160734"/>
          </a:xfrm>
          <a:prstGeom prst="rect">
            <a:avLst/>
          </a:prstGeom>
        </p:spPr>
      </p:pic>
      <p:pic>
        <p:nvPicPr>
          <p:cNvPr id="113" name="Picture 112" descr="asset_112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10894218" y="5703093"/>
            <a:ext cx="125015" cy="154781"/>
          </a:xfrm>
          <a:prstGeom prst="rect">
            <a:avLst/>
          </a:prstGeom>
        </p:spPr>
      </p:pic>
      <p:pic>
        <p:nvPicPr>
          <p:cNvPr id="114" name="Picture 113" descr="asset_113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1464468" y="5709046"/>
            <a:ext cx="232171" cy="142874"/>
          </a:xfrm>
          <a:prstGeom prst="rect">
            <a:avLst/>
          </a:prstGeom>
        </p:spPr>
      </p:pic>
      <p:pic>
        <p:nvPicPr>
          <p:cNvPr id="117" name="Picture 116" descr="asset_116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285749" y="6363890"/>
            <a:ext cx="11560968" cy="333374"/>
          </a:xfrm>
          <a:prstGeom prst="rect">
            <a:avLst/>
          </a:prstGeom>
        </p:spPr>
      </p:pic>
      <p:pic>
        <p:nvPicPr>
          <p:cNvPr id="118" name="Picture 117" descr="asset_117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428624" y="6417468"/>
            <a:ext cx="184546" cy="220265"/>
          </a:xfrm>
          <a:prstGeom prst="rect">
            <a:avLst/>
          </a:prstGeom>
        </p:spPr>
      </p:pic>
      <p:pic>
        <p:nvPicPr>
          <p:cNvPr id="119" name="Picture 118" descr="asset_118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1607343" y="6471046"/>
            <a:ext cx="11906" cy="125015"/>
          </a:xfrm>
          <a:prstGeom prst="rect">
            <a:avLst/>
          </a:prstGeom>
        </p:spPr>
      </p:pic>
      <p:pic>
        <p:nvPicPr>
          <p:cNvPr id="120" name="Picture 119" descr="asset_119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2506265" y="6471046"/>
            <a:ext cx="11906" cy="125015"/>
          </a:xfrm>
          <a:prstGeom prst="rect">
            <a:avLst/>
          </a:prstGeom>
        </p:spPr>
      </p:pic>
      <p:pic>
        <p:nvPicPr>
          <p:cNvPr id="121" name="Picture 120" descr="asset_120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3423046" y="6471046"/>
            <a:ext cx="5953" cy="125015"/>
          </a:xfrm>
          <a:prstGeom prst="rect">
            <a:avLst/>
          </a:prstGeom>
        </p:spPr>
      </p:pic>
      <p:sp>
        <p:nvSpPr>
          <p:cNvPr id="122" name="TextBox 1"/>
          <p:cNvSpPr txBox="1"/>
          <p:nvPr/>
        </p:nvSpPr>
        <p:spPr>
          <a:xfrm>
            <a:off x="592137" y="527367"/>
            <a:ext cx="3869531" cy="5655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600" b="1" i="0">
                <a:solidFill>
                  <a:srgbClr val="0736A5"/>
                </a:solidFill>
                <a:latin typeface="微软雅黑" panose="020B0503020204020204" charset="-122"/>
              </a:rPr>
              <a:t>AI PPT Maker</a:t>
            </a:r>
            <a:endParaRPr sz="56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23" name="TextBox 2"/>
          <p:cNvSpPr txBox="1"/>
          <p:nvPr/>
        </p:nvSpPr>
        <p:spPr>
          <a:xfrm>
            <a:off x="392429" y="1283414"/>
            <a:ext cx="5357812" cy="2024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B2D79"/>
                </a:solidFill>
                <a:latin typeface="微软雅黑" panose="020B0503020204020204" charset="-122"/>
              </a:rPr>
              <a:t>输入长文与可选风格参考图，系统自动完成内容规划、版式设计、配图生成与可编辑 PPTX 导出。</a:t>
            </a:r>
            <a:endParaRPr sz="1200" b="1" i="0">
              <a:solidFill>
                <a:srgbClr val="0B2D79"/>
              </a:solidFill>
              <a:latin typeface="微软雅黑" panose="020B0503020204020204" charset="-122"/>
            </a:endParaRPr>
          </a:p>
        </p:txBody>
      </p:sp>
      <p:sp>
        <p:nvSpPr>
          <p:cNvPr id="124" name="TextBox 3"/>
          <p:cNvSpPr txBox="1"/>
          <p:nvPr/>
        </p:nvSpPr>
        <p:spPr>
          <a:xfrm>
            <a:off x="947261" y="1670367"/>
            <a:ext cx="583406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83CB6"/>
                </a:solidFill>
                <a:latin typeface="微软雅黑" panose="020B0503020204020204" charset="-122"/>
              </a:rPr>
              <a:t>长文输入</a:t>
            </a:r>
            <a:endParaRPr sz="1200" b="1" i="0">
              <a:solidFill>
                <a:srgbClr val="083CB6"/>
              </a:solidFill>
              <a:latin typeface="微软雅黑" panose="020B0503020204020204" charset="-122"/>
            </a:endParaRPr>
          </a:p>
        </p:txBody>
      </p:sp>
      <p:sp>
        <p:nvSpPr>
          <p:cNvPr id="125" name="TextBox 4"/>
          <p:cNvSpPr txBox="1"/>
          <p:nvPr/>
        </p:nvSpPr>
        <p:spPr>
          <a:xfrm>
            <a:off x="2194242" y="1670367"/>
            <a:ext cx="583406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83CB6"/>
                </a:solidFill>
                <a:latin typeface="微软雅黑" panose="020B0503020204020204" charset="-122"/>
              </a:rPr>
              <a:t>风格参考</a:t>
            </a:r>
            <a:endParaRPr sz="1200" b="1" i="0">
              <a:solidFill>
                <a:srgbClr val="083CB6"/>
              </a:solidFill>
              <a:latin typeface="微软雅黑" panose="020B0503020204020204" charset="-122"/>
            </a:endParaRPr>
          </a:p>
        </p:txBody>
      </p:sp>
      <p:sp>
        <p:nvSpPr>
          <p:cNvPr id="126" name="TextBox 5"/>
          <p:cNvSpPr txBox="1"/>
          <p:nvPr/>
        </p:nvSpPr>
        <p:spPr>
          <a:xfrm>
            <a:off x="3481863" y="1670367"/>
            <a:ext cx="666749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83CB6"/>
                </a:solidFill>
                <a:latin typeface="微软雅黑" panose="020B0503020204020204" charset="-122"/>
              </a:rPr>
              <a:t>自动规划</a:t>
            </a:r>
            <a:endParaRPr sz="1200" b="1" i="0">
              <a:solidFill>
                <a:srgbClr val="083CB6"/>
              </a:solidFill>
              <a:latin typeface="微软雅黑" panose="020B0503020204020204" charset="-122"/>
            </a:endParaRPr>
          </a:p>
        </p:txBody>
      </p:sp>
      <p:sp>
        <p:nvSpPr>
          <p:cNvPr id="127" name="TextBox 6"/>
          <p:cNvSpPr txBox="1"/>
          <p:nvPr/>
        </p:nvSpPr>
        <p:spPr>
          <a:xfrm>
            <a:off x="4732019" y="1670367"/>
            <a:ext cx="726281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83CB6"/>
                </a:solidFill>
                <a:latin typeface="微软雅黑" panose="020B0503020204020204" charset="-122"/>
              </a:rPr>
              <a:t>可编辑导出</a:t>
            </a:r>
            <a:endParaRPr sz="1200" b="1" i="0">
              <a:solidFill>
                <a:srgbClr val="083CB6"/>
              </a:solidFill>
              <a:latin typeface="微软雅黑" panose="020B0503020204020204" charset="-122"/>
            </a:endParaRPr>
          </a:p>
        </p:txBody>
      </p:sp>
      <p:sp>
        <p:nvSpPr>
          <p:cNvPr id="128" name="TextBox 7"/>
          <p:cNvSpPr txBox="1"/>
          <p:nvPr/>
        </p:nvSpPr>
        <p:spPr>
          <a:xfrm>
            <a:off x="7176293" y="449976"/>
            <a:ext cx="892968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736A5"/>
                </a:solidFill>
                <a:latin typeface="微软雅黑" panose="020B0503020204020204" charset="-122"/>
              </a:rPr>
              <a:t>产品能力概览</a:t>
            </a:r>
            <a:endParaRPr sz="13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7524432" y="848836"/>
            <a:ext cx="595312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内容理解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30" name="TextBox 9"/>
          <p:cNvSpPr txBox="1"/>
          <p:nvPr/>
        </p:nvSpPr>
        <p:spPr>
          <a:xfrm>
            <a:off x="7524432" y="1045289"/>
            <a:ext cx="89296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3B7D"/>
                </a:solidFill>
                <a:latin typeface="微软雅黑" panose="020B0503020204020204" charset="-122"/>
              </a:rPr>
              <a:t>长文解析与要点提炼</a:t>
            </a:r>
            <a:endParaRPr sz="800" b="0" i="0">
              <a:solidFill>
                <a:srgbClr val="1B3B7D"/>
              </a:solidFill>
              <a:latin typeface="微软雅黑" panose="020B0503020204020204" charset="-122"/>
            </a:endParaRPr>
          </a:p>
        </p:txBody>
      </p:sp>
      <p:sp>
        <p:nvSpPr>
          <p:cNvPr id="131" name="TextBox 10"/>
          <p:cNvSpPr txBox="1"/>
          <p:nvPr/>
        </p:nvSpPr>
        <p:spPr>
          <a:xfrm>
            <a:off x="9045574" y="848836"/>
            <a:ext cx="595312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智能规划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32" name="TextBox 11"/>
          <p:cNvSpPr txBox="1"/>
          <p:nvPr/>
        </p:nvSpPr>
        <p:spPr>
          <a:xfrm>
            <a:off x="9045574" y="1045289"/>
            <a:ext cx="89296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3B7D"/>
                </a:solidFill>
                <a:latin typeface="微软雅黑" panose="020B0503020204020204" charset="-122"/>
              </a:rPr>
              <a:t>逻辑结构与版式建议</a:t>
            </a:r>
            <a:endParaRPr sz="800" b="0" i="0">
              <a:solidFill>
                <a:srgbClr val="1B3B7D"/>
              </a:solidFill>
              <a:latin typeface="微软雅黑" panose="020B0503020204020204" charset="-122"/>
            </a:endParaRPr>
          </a:p>
        </p:txBody>
      </p:sp>
      <p:sp>
        <p:nvSpPr>
          <p:cNvPr id="133" name="TextBox 12"/>
          <p:cNvSpPr txBox="1"/>
          <p:nvPr/>
        </p:nvSpPr>
        <p:spPr>
          <a:xfrm>
            <a:off x="10569574" y="848836"/>
            <a:ext cx="595312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视觉生成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34" name="TextBox 13"/>
          <p:cNvSpPr txBox="1"/>
          <p:nvPr/>
        </p:nvSpPr>
        <p:spPr>
          <a:xfrm>
            <a:off x="10569574" y="1045289"/>
            <a:ext cx="952499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3B7D"/>
                </a:solidFill>
                <a:latin typeface="微软雅黑" panose="020B0503020204020204" charset="-122"/>
              </a:rPr>
              <a:t>图表与元素自动生成</a:t>
            </a:r>
            <a:endParaRPr sz="800" b="0" i="0">
              <a:solidFill>
                <a:srgbClr val="1B3B7D"/>
              </a:solidFill>
              <a:latin typeface="微软雅黑" panose="020B0503020204020204" charset="-122"/>
            </a:endParaRPr>
          </a:p>
        </p:txBody>
      </p:sp>
      <p:sp>
        <p:nvSpPr>
          <p:cNvPr id="135" name="TextBox 14"/>
          <p:cNvSpPr txBox="1"/>
          <p:nvPr/>
        </p:nvSpPr>
        <p:spPr>
          <a:xfrm>
            <a:off x="7524432" y="1497726"/>
            <a:ext cx="595312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交互编辑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36" name="TextBox 15"/>
          <p:cNvSpPr txBox="1"/>
          <p:nvPr/>
        </p:nvSpPr>
        <p:spPr>
          <a:xfrm>
            <a:off x="7524432" y="1694179"/>
            <a:ext cx="89296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3B7D"/>
                </a:solidFill>
                <a:latin typeface="微软雅黑" panose="020B0503020204020204" charset="-122"/>
              </a:rPr>
              <a:t>在线编辑与实时预览</a:t>
            </a:r>
            <a:endParaRPr sz="800" b="0" i="0">
              <a:solidFill>
                <a:srgbClr val="1B3B7D"/>
              </a:solidFill>
              <a:latin typeface="微软雅黑" panose="020B0503020204020204" charset="-122"/>
            </a:endParaRPr>
          </a:p>
        </p:txBody>
      </p:sp>
      <p:sp>
        <p:nvSpPr>
          <p:cNvPr id="137" name="TextBox 16"/>
          <p:cNvSpPr txBox="1"/>
          <p:nvPr/>
        </p:nvSpPr>
        <p:spPr>
          <a:xfrm>
            <a:off x="9045574" y="1497726"/>
            <a:ext cx="595312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协作管理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38" name="TextBox 17"/>
          <p:cNvSpPr txBox="1"/>
          <p:nvPr/>
        </p:nvSpPr>
        <p:spPr>
          <a:xfrm>
            <a:off x="9045574" y="1694179"/>
            <a:ext cx="89296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3B7D"/>
                </a:solidFill>
                <a:latin typeface="微软雅黑" panose="020B0503020204020204" charset="-122"/>
              </a:rPr>
              <a:t>版本追踪与权限控制</a:t>
            </a:r>
            <a:endParaRPr sz="800" b="0" i="0">
              <a:solidFill>
                <a:srgbClr val="1B3B7D"/>
              </a:solidFill>
              <a:latin typeface="微软雅黑" panose="020B0503020204020204" charset="-122"/>
            </a:endParaRPr>
          </a:p>
        </p:txBody>
      </p:sp>
      <p:sp>
        <p:nvSpPr>
          <p:cNvPr id="139" name="TextBox 18"/>
          <p:cNvSpPr txBox="1"/>
          <p:nvPr/>
        </p:nvSpPr>
        <p:spPr>
          <a:xfrm>
            <a:off x="10569574" y="1497726"/>
            <a:ext cx="595312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B30B12"/>
                </a:solidFill>
                <a:latin typeface="微软雅黑" panose="020B0503020204020204" charset="-122"/>
              </a:rPr>
              <a:t>安全合规</a:t>
            </a:r>
            <a:endParaRPr sz="1000" b="1" i="0">
              <a:solidFill>
                <a:srgbClr val="B30B12"/>
              </a:solidFill>
              <a:latin typeface="微软雅黑" panose="020B0503020204020204" charset="-122"/>
            </a:endParaRPr>
          </a:p>
        </p:txBody>
      </p:sp>
      <p:sp>
        <p:nvSpPr>
          <p:cNvPr id="140" name="TextBox 19"/>
          <p:cNvSpPr txBox="1"/>
          <p:nvPr/>
        </p:nvSpPr>
        <p:spPr>
          <a:xfrm>
            <a:off x="10569574" y="1694179"/>
            <a:ext cx="952499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3B7D"/>
                </a:solidFill>
                <a:latin typeface="微软雅黑" panose="020B0503020204020204" charset="-122"/>
              </a:rPr>
              <a:t>企业级安全与隐私保障</a:t>
            </a:r>
            <a:endParaRPr sz="800" b="0" i="0">
              <a:solidFill>
                <a:srgbClr val="1B3B7D"/>
              </a:solidFill>
              <a:latin typeface="微软雅黑" panose="020B0503020204020204" charset="-122"/>
            </a:endParaRPr>
          </a:p>
        </p:txBody>
      </p:sp>
      <p:sp>
        <p:nvSpPr>
          <p:cNvPr id="141" name="TextBox 20"/>
          <p:cNvSpPr txBox="1"/>
          <p:nvPr/>
        </p:nvSpPr>
        <p:spPr>
          <a:xfrm>
            <a:off x="496887" y="2325211"/>
            <a:ext cx="1309687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736A5"/>
                </a:solidFill>
                <a:latin typeface="微软雅黑" panose="020B0503020204020204" charset="-122"/>
              </a:rPr>
              <a:t>端到端流程概览</a:t>
            </a:r>
            <a:endParaRPr sz="13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43" name="TextBox 22"/>
          <p:cNvSpPr txBox="1"/>
          <p:nvPr/>
        </p:nvSpPr>
        <p:spPr>
          <a:xfrm>
            <a:off x="901699" y="2712164"/>
            <a:ext cx="714374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736A5"/>
                </a:solidFill>
                <a:latin typeface="微软雅黑" panose="020B0503020204020204" charset="-122"/>
              </a:rPr>
              <a:t>长文输入</a:t>
            </a:r>
            <a:endParaRPr sz="12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44" name="TextBox 23"/>
          <p:cNvSpPr txBox="1"/>
          <p:nvPr/>
        </p:nvSpPr>
        <p:spPr>
          <a:xfrm>
            <a:off x="927099" y="2963783"/>
            <a:ext cx="1131093" cy="309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粘贴或上传长文，系统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自动解析关键信息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46" name="TextBox 25"/>
          <p:cNvSpPr txBox="1"/>
          <p:nvPr/>
        </p:nvSpPr>
        <p:spPr>
          <a:xfrm>
            <a:off x="3294856" y="2712164"/>
            <a:ext cx="80367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736A5"/>
                </a:solidFill>
                <a:latin typeface="微软雅黑" panose="020B0503020204020204" charset="-122"/>
              </a:rPr>
              <a:t>风格参考图</a:t>
            </a:r>
            <a:endParaRPr sz="12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47" name="TextBox 26"/>
          <p:cNvSpPr txBox="1"/>
          <p:nvPr/>
        </p:nvSpPr>
        <p:spPr>
          <a:xfrm>
            <a:off x="3294856" y="2938383"/>
            <a:ext cx="1220390" cy="309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上传参考图或选择风格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匹配视觉与版式语言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49" name="TextBox 28"/>
          <p:cNvSpPr txBox="1"/>
          <p:nvPr/>
        </p:nvSpPr>
        <p:spPr>
          <a:xfrm>
            <a:off x="5467746" y="2712164"/>
            <a:ext cx="1309687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AI 内容规划与版式生成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50" name="TextBox 29"/>
          <p:cNvSpPr txBox="1"/>
          <p:nvPr/>
        </p:nvSpPr>
        <p:spPr>
          <a:xfrm>
            <a:off x="5467746" y="2938383"/>
            <a:ext cx="1309687" cy="309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AI 生成内容大纲、页面结构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与版式布局方案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52" name="TextBox 31"/>
          <p:cNvSpPr txBox="1"/>
          <p:nvPr/>
        </p:nvSpPr>
        <p:spPr>
          <a:xfrm>
            <a:off x="7777559" y="2712164"/>
            <a:ext cx="1220390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原稿图与元素图生成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53" name="TextBox 32"/>
          <p:cNvSpPr txBox="1"/>
          <p:nvPr/>
        </p:nvSpPr>
        <p:spPr>
          <a:xfrm>
            <a:off x="7777559" y="2938383"/>
            <a:ext cx="1279921" cy="309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自动生成配图、图表、图标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与页面元素资源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55" name="TextBox 34"/>
          <p:cNvSpPr txBox="1"/>
          <p:nvPr/>
        </p:nvSpPr>
        <p:spPr>
          <a:xfrm>
            <a:off x="9998074" y="2712164"/>
            <a:ext cx="1071562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分层 PPTX 导出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56" name="TextBox 35"/>
          <p:cNvSpPr txBox="1"/>
          <p:nvPr/>
        </p:nvSpPr>
        <p:spPr>
          <a:xfrm>
            <a:off x="9998074" y="2938383"/>
            <a:ext cx="1369218" cy="309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输出可编辑 PPTX，完整保留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图层与样式，轻松二次编辑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57" name="TextBox 36"/>
          <p:cNvSpPr txBox="1"/>
          <p:nvPr/>
        </p:nvSpPr>
        <p:spPr>
          <a:xfrm>
            <a:off x="627856" y="4051617"/>
            <a:ext cx="565546" cy="297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流程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支撑能力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58" name="TextBox 37"/>
          <p:cNvSpPr txBox="1"/>
          <p:nvPr/>
        </p:nvSpPr>
        <p:spPr>
          <a:xfrm>
            <a:off x="2068512" y="4075429"/>
            <a:ext cx="892968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Web 创作工作区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59" name="TextBox 38"/>
          <p:cNvSpPr txBox="1"/>
          <p:nvPr/>
        </p:nvSpPr>
        <p:spPr>
          <a:xfrm>
            <a:off x="2068512" y="4242117"/>
            <a:ext cx="1250156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284176"/>
                </a:solidFill>
                <a:latin typeface="微软雅黑" panose="020B0503020204020204" charset="-122"/>
              </a:rPr>
              <a:t>在线创作与预览，所见即所得</a:t>
            </a:r>
            <a:endParaRPr sz="800" b="0" i="0">
              <a:solidFill>
                <a:srgbClr val="284176"/>
              </a:solidFill>
              <a:latin typeface="微软雅黑" panose="020B0503020204020204" charset="-122"/>
            </a:endParaRPr>
          </a:p>
        </p:txBody>
      </p:sp>
      <p:sp>
        <p:nvSpPr>
          <p:cNvPr id="160" name="TextBox 39"/>
          <p:cNvSpPr txBox="1"/>
          <p:nvPr/>
        </p:nvSpPr>
        <p:spPr>
          <a:xfrm>
            <a:off x="3794918" y="4075429"/>
            <a:ext cx="892968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任务与进度追踪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61" name="TextBox 40"/>
          <p:cNvSpPr txBox="1"/>
          <p:nvPr/>
        </p:nvSpPr>
        <p:spPr>
          <a:xfrm>
            <a:off x="3794918" y="4242117"/>
            <a:ext cx="1250156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284176"/>
                </a:solidFill>
                <a:latin typeface="微软雅黑" panose="020B0503020204020204" charset="-122"/>
              </a:rPr>
              <a:t>实时查看任务状态与处理进度</a:t>
            </a:r>
            <a:endParaRPr sz="800" b="0" i="0">
              <a:solidFill>
                <a:srgbClr val="284176"/>
              </a:solidFill>
              <a:latin typeface="微软雅黑" panose="020B0503020204020204" charset="-122"/>
            </a:endParaRPr>
          </a:p>
        </p:txBody>
      </p:sp>
      <p:sp>
        <p:nvSpPr>
          <p:cNvPr id="162" name="TextBox 41"/>
          <p:cNvSpPr txBox="1"/>
          <p:nvPr/>
        </p:nvSpPr>
        <p:spPr>
          <a:xfrm>
            <a:off x="5997574" y="4075429"/>
            <a:ext cx="892968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素材与模板中心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63" name="TextBox 42"/>
          <p:cNvSpPr txBox="1"/>
          <p:nvPr/>
        </p:nvSpPr>
        <p:spPr>
          <a:xfrm>
            <a:off x="5997574" y="4242117"/>
            <a:ext cx="130968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284176"/>
                </a:solidFill>
                <a:latin typeface="微软雅黑" panose="020B0503020204020204" charset="-122"/>
              </a:rPr>
              <a:t>企业模板、组件与素材统一管理</a:t>
            </a:r>
            <a:endParaRPr sz="800" b="0" i="0">
              <a:solidFill>
                <a:srgbClr val="284176"/>
              </a:solidFill>
              <a:latin typeface="微软雅黑" panose="020B0503020204020204" charset="-122"/>
            </a:endParaRPr>
          </a:p>
        </p:txBody>
      </p:sp>
      <p:sp>
        <p:nvSpPr>
          <p:cNvPr id="164" name="TextBox 43"/>
          <p:cNvSpPr txBox="1"/>
          <p:nvPr/>
        </p:nvSpPr>
        <p:spPr>
          <a:xfrm>
            <a:off x="8134746" y="4075429"/>
            <a:ext cx="952499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版本与回溯管理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65" name="TextBox 44"/>
          <p:cNvSpPr txBox="1"/>
          <p:nvPr/>
        </p:nvSpPr>
        <p:spPr>
          <a:xfrm>
            <a:off x="8134746" y="4242117"/>
            <a:ext cx="1190624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284176"/>
                </a:solidFill>
                <a:latin typeface="微软雅黑" panose="020B0503020204020204" charset="-122"/>
              </a:rPr>
              <a:t>历史版本对比与一键恢复</a:t>
            </a:r>
            <a:endParaRPr sz="800" b="0" i="0">
              <a:solidFill>
                <a:srgbClr val="284176"/>
              </a:solidFill>
              <a:latin typeface="微软雅黑" panose="020B0503020204020204" charset="-122"/>
            </a:endParaRPr>
          </a:p>
        </p:txBody>
      </p:sp>
      <p:sp>
        <p:nvSpPr>
          <p:cNvPr id="166" name="TextBox 45"/>
          <p:cNvSpPr txBox="1"/>
          <p:nvPr/>
        </p:nvSpPr>
        <p:spPr>
          <a:xfrm>
            <a:off x="10248105" y="4075429"/>
            <a:ext cx="952499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736A5"/>
                </a:solidFill>
                <a:latin typeface="微软雅黑" panose="020B0503020204020204" charset="-122"/>
              </a:rPr>
              <a:t>权限与安全管控</a:t>
            </a:r>
            <a:endParaRPr sz="10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67" name="TextBox 46"/>
          <p:cNvSpPr txBox="1"/>
          <p:nvPr/>
        </p:nvSpPr>
        <p:spPr>
          <a:xfrm>
            <a:off x="10248105" y="4242117"/>
            <a:ext cx="130968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284176"/>
                </a:solidFill>
                <a:latin typeface="微软雅黑" panose="020B0503020204020204" charset="-122"/>
              </a:rPr>
              <a:t>细粒度权限与企业数据保护</a:t>
            </a:r>
            <a:endParaRPr sz="800" b="0" i="0">
              <a:solidFill>
                <a:srgbClr val="284176"/>
              </a:solidFill>
              <a:latin typeface="微软雅黑" panose="020B0503020204020204" charset="-122"/>
            </a:endParaRPr>
          </a:p>
        </p:txBody>
      </p:sp>
      <p:sp>
        <p:nvSpPr>
          <p:cNvPr id="169" name="TextBox 48"/>
          <p:cNvSpPr txBox="1"/>
          <p:nvPr/>
        </p:nvSpPr>
        <p:spPr>
          <a:xfrm>
            <a:off x="1300559" y="4896961"/>
            <a:ext cx="1666874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736A5"/>
                </a:solidFill>
                <a:latin typeface="微软雅黑" panose="020B0503020204020204" charset="-122"/>
              </a:rPr>
              <a:t>内容自动化与结构化规划</a:t>
            </a:r>
            <a:endParaRPr sz="13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70" name="TextBox 49"/>
          <p:cNvSpPr txBox="1"/>
          <p:nvPr/>
        </p:nvSpPr>
        <p:spPr>
          <a:xfrm>
            <a:off x="1300480" y="5165725"/>
            <a:ext cx="2720975" cy="2679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/>
              <a:t>自动提炼要点、构建逻辑结构，生成清晰大纲与页面结构，</a:t>
            </a:r>
            <a:endParaRPr sz="800"/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/>
              <a:t>显著提升内容生产效率与质量一致性。</a:t>
            </a:r>
            <a:endParaRPr sz="800"/>
          </a:p>
        </p:txBody>
      </p:sp>
      <p:sp>
        <p:nvSpPr>
          <p:cNvPr id="171" name="TextBox 50"/>
          <p:cNvSpPr txBox="1"/>
          <p:nvPr/>
        </p:nvSpPr>
        <p:spPr>
          <a:xfrm>
            <a:off x="1437481" y="5694679"/>
            <a:ext cx="506015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B55D9"/>
                </a:solidFill>
                <a:latin typeface="微软雅黑" panose="020B0503020204020204" charset="-122"/>
              </a:rPr>
              <a:t>80%↑</a:t>
            </a:r>
            <a:endParaRPr sz="1200" b="0" i="0">
              <a:solidFill>
                <a:srgbClr val="0B55D9"/>
              </a:solidFill>
              <a:latin typeface="微软雅黑" panose="020B0503020204020204" charset="-122"/>
            </a:endParaRPr>
          </a:p>
        </p:txBody>
      </p:sp>
      <p:sp>
        <p:nvSpPr>
          <p:cNvPr id="172" name="TextBox 51"/>
          <p:cNvSpPr txBox="1"/>
          <p:nvPr/>
        </p:nvSpPr>
        <p:spPr>
          <a:xfrm>
            <a:off x="1300559" y="5879226"/>
            <a:ext cx="773906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内容生产效率提升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73" name="TextBox 52"/>
          <p:cNvSpPr txBox="1"/>
          <p:nvPr/>
        </p:nvSpPr>
        <p:spPr>
          <a:xfrm>
            <a:off x="2306637" y="5694679"/>
            <a:ext cx="506015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B55D9"/>
                </a:solidFill>
                <a:latin typeface="微软雅黑" panose="020B0503020204020204" charset="-122"/>
              </a:rPr>
              <a:t>90%+</a:t>
            </a:r>
            <a:endParaRPr sz="1200" b="0" i="0">
              <a:solidFill>
                <a:srgbClr val="0B55D9"/>
              </a:solidFill>
              <a:latin typeface="微软雅黑" panose="020B0503020204020204" charset="-122"/>
            </a:endParaRPr>
          </a:p>
        </p:txBody>
      </p:sp>
      <p:sp>
        <p:nvSpPr>
          <p:cNvPr id="174" name="TextBox 53"/>
          <p:cNvSpPr txBox="1"/>
          <p:nvPr/>
        </p:nvSpPr>
        <p:spPr>
          <a:xfrm>
            <a:off x="2062559" y="5879226"/>
            <a:ext cx="922734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关键信息提炼准确率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75" name="TextBox 54"/>
          <p:cNvSpPr txBox="1"/>
          <p:nvPr/>
        </p:nvSpPr>
        <p:spPr>
          <a:xfrm>
            <a:off x="3157934" y="5694679"/>
            <a:ext cx="506015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B55D9"/>
                </a:solidFill>
                <a:latin typeface="微软雅黑" panose="020B0503020204020204" charset="-122"/>
              </a:rPr>
              <a:t>结构化</a:t>
            </a:r>
            <a:endParaRPr sz="1200" b="0" i="0">
              <a:solidFill>
                <a:srgbClr val="0B55D9"/>
              </a:solidFill>
              <a:latin typeface="微软雅黑" panose="020B0503020204020204" charset="-122"/>
            </a:endParaRPr>
          </a:p>
        </p:txBody>
      </p:sp>
      <p:sp>
        <p:nvSpPr>
          <p:cNvPr id="176" name="TextBox 55"/>
          <p:cNvSpPr txBox="1"/>
          <p:nvPr/>
        </p:nvSpPr>
        <p:spPr>
          <a:xfrm>
            <a:off x="2949574" y="5879226"/>
            <a:ext cx="952499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大纲与版式自动生成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78" name="TextBox 57"/>
          <p:cNvSpPr txBox="1"/>
          <p:nvPr/>
        </p:nvSpPr>
        <p:spPr>
          <a:xfrm>
            <a:off x="5229621" y="4896961"/>
            <a:ext cx="1518046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736A5"/>
                </a:solidFill>
                <a:latin typeface="微软雅黑" panose="020B0503020204020204" charset="-122"/>
              </a:rPr>
              <a:t>视觉生成与分层交付</a:t>
            </a:r>
            <a:endParaRPr sz="13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79" name="TextBox 58"/>
          <p:cNvSpPr txBox="1"/>
          <p:nvPr/>
        </p:nvSpPr>
        <p:spPr>
          <a:xfrm>
            <a:off x="5229860" y="5165725"/>
            <a:ext cx="2825750" cy="2679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/>
              <a:t>智能生成图表、配图与页面元素，输出分层可编辑 PPTX，</a:t>
            </a:r>
            <a:endParaRPr sz="800"/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/>
              <a:t>保障视觉专业度与二次创作自由度。</a:t>
            </a:r>
            <a:endParaRPr sz="800"/>
          </a:p>
        </p:txBody>
      </p:sp>
      <p:sp>
        <p:nvSpPr>
          <p:cNvPr id="180" name="TextBox 59"/>
          <p:cNvSpPr txBox="1"/>
          <p:nvPr/>
        </p:nvSpPr>
        <p:spPr>
          <a:xfrm>
            <a:off x="5353367" y="5673089"/>
            <a:ext cx="53578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B55D9"/>
                </a:solidFill>
                <a:latin typeface="微软雅黑" panose="020B0503020204020204" charset="-122"/>
              </a:rPr>
              <a:t>3000+</a:t>
            </a:r>
            <a:endParaRPr sz="1200" b="0" i="0">
              <a:solidFill>
                <a:srgbClr val="0B55D9"/>
              </a:solidFill>
              <a:latin typeface="微软雅黑" panose="020B0503020204020204" charset="-122"/>
            </a:endParaRPr>
          </a:p>
        </p:txBody>
      </p:sp>
      <p:sp>
        <p:nvSpPr>
          <p:cNvPr id="181" name="TextBox 60"/>
          <p:cNvSpPr txBox="1"/>
          <p:nvPr/>
        </p:nvSpPr>
        <p:spPr>
          <a:xfrm>
            <a:off x="5217715" y="5879226"/>
            <a:ext cx="803671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图表与元素组件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82" name="TextBox 61"/>
          <p:cNvSpPr txBox="1"/>
          <p:nvPr/>
        </p:nvSpPr>
        <p:spPr>
          <a:xfrm>
            <a:off x="6152038" y="5695314"/>
            <a:ext cx="506015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B55D9"/>
                </a:solidFill>
                <a:latin typeface="微软雅黑" panose="020B0503020204020204" charset="-122"/>
              </a:rPr>
              <a:t>100%</a:t>
            </a:r>
            <a:endParaRPr sz="1200" b="0" i="0">
              <a:solidFill>
                <a:srgbClr val="0B55D9"/>
              </a:solidFill>
              <a:latin typeface="微软雅黑" panose="020B0503020204020204" charset="-122"/>
            </a:endParaRPr>
          </a:p>
        </p:txBody>
      </p:sp>
      <p:sp>
        <p:nvSpPr>
          <p:cNvPr id="183" name="TextBox 62"/>
          <p:cNvSpPr txBox="1"/>
          <p:nvPr/>
        </p:nvSpPr>
        <p:spPr>
          <a:xfrm>
            <a:off x="6045199" y="5879226"/>
            <a:ext cx="803671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分层可编辑交付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84" name="TextBox 63"/>
          <p:cNvSpPr txBox="1"/>
          <p:nvPr/>
        </p:nvSpPr>
        <p:spPr>
          <a:xfrm>
            <a:off x="7099617" y="5694679"/>
            <a:ext cx="595312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B30B12"/>
                </a:solidFill>
                <a:latin typeface="微软雅黑" panose="020B0503020204020204" charset="-122"/>
              </a:rPr>
              <a:t>风险可控</a:t>
            </a:r>
            <a:endParaRPr sz="1200" b="1" i="0">
              <a:solidFill>
                <a:srgbClr val="B30B12"/>
              </a:solidFill>
              <a:latin typeface="微软雅黑" panose="020B0503020204020204" charset="-122"/>
            </a:endParaRPr>
          </a:p>
        </p:txBody>
      </p:sp>
      <p:sp>
        <p:nvSpPr>
          <p:cNvPr id="185" name="TextBox 64"/>
          <p:cNvSpPr txBox="1"/>
          <p:nvPr/>
        </p:nvSpPr>
        <p:spPr>
          <a:xfrm>
            <a:off x="6836965" y="5879226"/>
            <a:ext cx="952499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内容合规与版权保障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87" name="TextBox 66"/>
          <p:cNvSpPr txBox="1"/>
          <p:nvPr/>
        </p:nvSpPr>
        <p:spPr>
          <a:xfrm>
            <a:off x="9045574" y="4896961"/>
            <a:ext cx="1696640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736A5"/>
                </a:solidFill>
                <a:latin typeface="微软雅黑" panose="020B0503020204020204" charset="-122"/>
              </a:rPr>
              <a:t>Web 工作区与协作编辑</a:t>
            </a:r>
            <a:endParaRPr sz="1300" b="1" i="0">
              <a:solidFill>
                <a:srgbClr val="0736A5"/>
              </a:solidFill>
              <a:latin typeface="微软雅黑" panose="020B0503020204020204" charset="-122"/>
            </a:endParaRPr>
          </a:p>
        </p:txBody>
      </p:sp>
      <p:sp>
        <p:nvSpPr>
          <p:cNvPr id="188" name="TextBox 67"/>
          <p:cNvSpPr txBox="1"/>
          <p:nvPr/>
        </p:nvSpPr>
        <p:spPr>
          <a:xfrm>
            <a:off x="9045574" y="5165566"/>
            <a:ext cx="2589609" cy="267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多人协作、在线编辑与版本管理，打通审阅、修改与发布，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让团队协作更高效、可控、可追溯。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89" name="TextBox 68"/>
          <p:cNvSpPr txBox="1"/>
          <p:nvPr/>
        </p:nvSpPr>
        <p:spPr>
          <a:xfrm>
            <a:off x="9367043" y="5694679"/>
            <a:ext cx="565546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0B55D9"/>
                </a:solidFill>
                <a:latin typeface="微软雅黑" panose="020B0503020204020204" charset="-122"/>
              </a:rPr>
              <a:t>多人协作</a:t>
            </a:r>
            <a:endParaRPr sz="1100" b="0" i="0">
              <a:solidFill>
                <a:srgbClr val="0B55D9"/>
              </a:solidFill>
              <a:latin typeface="微软雅黑" panose="020B0503020204020204" charset="-122"/>
            </a:endParaRPr>
          </a:p>
        </p:txBody>
      </p:sp>
      <p:sp>
        <p:nvSpPr>
          <p:cNvPr id="190" name="TextBox 69"/>
          <p:cNvSpPr txBox="1"/>
          <p:nvPr/>
        </p:nvSpPr>
        <p:spPr>
          <a:xfrm>
            <a:off x="9140824" y="5879226"/>
            <a:ext cx="803671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实时在线协同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91" name="TextBox 70"/>
          <p:cNvSpPr txBox="1"/>
          <p:nvPr/>
        </p:nvSpPr>
        <p:spPr>
          <a:xfrm>
            <a:off x="10188574" y="5694679"/>
            <a:ext cx="565546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0B55D9"/>
                </a:solidFill>
                <a:latin typeface="微软雅黑" panose="020B0503020204020204" charset="-122"/>
              </a:rPr>
              <a:t>版本追踪</a:t>
            </a:r>
            <a:endParaRPr sz="1100" b="0" i="0">
              <a:solidFill>
                <a:srgbClr val="0B55D9"/>
              </a:solidFill>
              <a:latin typeface="微软雅黑" panose="020B0503020204020204" charset="-122"/>
            </a:endParaRPr>
          </a:p>
        </p:txBody>
      </p:sp>
      <p:sp>
        <p:nvSpPr>
          <p:cNvPr id="192" name="TextBox 71"/>
          <p:cNvSpPr txBox="1"/>
          <p:nvPr/>
        </p:nvSpPr>
        <p:spPr>
          <a:xfrm>
            <a:off x="9974262" y="5879226"/>
            <a:ext cx="892968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完整记录变更历史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93" name="TextBox 72"/>
          <p:cNvSpPr txBox="1"/>
          <p:nvPr/>
        </p:nvSpPr>
        <p:spPr>
          <a:xfrm>
            <a:off x="11093449" y="5694679"/>
            <a:ext cx="565546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0B55D9"/>
                </a:solidFill>
                <a:latin typeface="微软雅黑" panose="020B0503020204020204" charset="-122"/>
              </a:rPr>
              <a:t>权限管控</a:t>
            </a:r>
            <a:endParaRPr sz="1100" b="0" i="0">
              <a:solidFill>
                <a:srgbClr val="0B55D9"/>
              </a:solidFill>
              <a:latin typeface="微软雅黑" panose="020B0503020204020204" charset="-122"/>
            </a:endParaRPr>
          </a:p>
        </p:txBody>
      </p:sp>
      <p:sp>
        <p:nvSpPr>
          <p:cNvPr id="194" name="TextBox 73"/>
          <p:cNvSpPr txBox="1"/>
          <p:nvPr/>
        </p:nvSpPr>
        <p:spPr>
          <a:xfrm>
            <a:off x="10885090" y="5879226"/>
            <a:ext cx="833437" cy="1190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83B7D"/>
                </a:solidFill>
                <a:latin typeface="微软雅黑" panose="020B0503020204020204" charset="-122"/>
              </a:rPr>
              <a:t>细粒度权限管理</a:t>
            </a:r>
            <a:endParaRPr sz="8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95" name="TextBox 74"/>
          <p:cNvSpPr txBox="1"/>
          <p:nvPr/>
        </p:nvSpPr>
        <p:spPr>
          <a:xfrm>
            <a:off x="687387" y="6456679"/>
            <a:ext cx="803671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83B7D"/>
                </a:solidFill>
                <a:latin typeface="微软雅黑" panose="020B0503020204020204" charset="-122"/>
              </a:rPr>
              <a:t>企业级安全保障</a:t>
            </a:r>
            <a:endParaRPr sz="10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96" name="TextBox 75"/>
          <p:cNvSpPr txBox="1"/>
          <p:nvPr/>
        </p:nvSpPr>
        <p:spPr>
          <a:xfrm>
            <a:off x="1717278" y="6456679"/>
            <a:ext cx="714374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83B7D"/>
                </a:solidFill>
                <a:latin typeface="微软雅黑" panose="020B0503020204020204" charset="-122"/>
              </a:rPr>
              <a:t>数据加密传输</a:t>
            </a:r>
            <a:endParaRPr sz="10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97" name="TextBox 76"/>
          <p:cNvSpPr txBox="1"/>
          <p:nvPr/>
        </p:nvSpPr>
        <p:spPr>
          <a:xfrm>
            <a:off x="2616199" y="6456679"/>
            <a:ext cx="714374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83B7D"/>
                </a:solidFill>
                <a:latin typeface="微软雅黑" panose="020B0503020204020204" charset="-122"/>
              </a:rPr>
              <a:t>权限精细管控</a:t>
            </a:r>
            <a:endParaRPr sz="10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  <p:sp>
        <p:nvSpPr>
          <p:cNvPr id="198" name="TextBox 77"/>
          <p:cNvSpPr txBox="1"/>
          <p:nvPr/>
        </p:nvSpPr>
        <p:spPr>
          <a:xfrm>
            <a:off x="3527028" y="6456679"/>
            <a:ext cx="714374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83B7D"/>
                </a:solidFill>
                <a:latin typeface="微软雅黑" panose="020B0503020204020204" charset="-122"/>
              </a:rPr>
              <a:t>合规审计追踪</a:t>
            </a:r>
            <a:endParaRPr sz="1000" b="0" i="0">
              <a:solidFill>
                <a:srgbClr val="183B7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_0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65" y="0"/>
            <a:ext cx="1220390" cy="1256109"/>
          </a:xfrm>
          <a:prstGeom prst="rect">
            <a:avLst/>
          </a:prstGeom>
        </p:spPr>
      </p:pic>
      <p:pic>
        <p:nvPicPr>
          <p:cNvPr id="3" name="Picture 2" descr="asset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734" y="11906"/>
            <a:ext cx="89296" cy="107156"/>
          </a:xfrm>
          <a:prstGeom prst="rect">
            <a:avLst/>
          </a:prstGeom>
        </p:spPr>
      </p:pic>
      <p:pic>
        <p:nvPicPr>
          <p:cNvPr id="4" name="Picture 3" descr="asset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59"/>
            <a:ext cx="89296" cy="178593"/>
          </a:xfrm>
          <a:prstGeom prst="rect">
            <a:avLst/>
          </a:prstGeom>
        </p:spPr>
      </p:pic>
      <p:pic>
        <p:nvPicPr>
          <p:cNvPr id="5" name="Picture 4" descr="asset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5734" y="113109"/>
            <a:ext cx="2506265" cy="130968"/>
          </a:xfrm>
          <a:prstGeom prst="rect">
            <a:avLst/>
          </a:prstGeom>
        </p:spPr>
      </p:pic>
      <p:pic>
        <p:nvPicPr>
          <p:cNvPr id="6" name="Picture 5" descr="asset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343" y="172640"/>
            <a:ext cx="23812" cy="23812"/>
          </a:xfrm>
          <a:prstGeom prst="rect">
            <a:avLst/>
          </a:prstGeom>
        </p:spPr>
      </p:pic>
      <p:pic>
        <p:nvPicPr>
          <p:cNvPr id="7" name="Picture 6" descr="asset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3734" y="172640"/>
            <a:ext cx="17859" cy="23812"/>
          </a:xfrm>
          <a:prstGeom prst="rect">
            <a:avLst/>
          </a:prstGeom>
        </p:spPr>
      </p:pic>
      <p:pic>
        <p:nvPicPr>
          <p:cNvPr id="8" name="Picture 7" descr="asset_0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999" y="255984"/>
            <a:ext cx="23812" cy="23812"/>
          </a:xfrm>
          <a:prstGeom prst="rect">
            <a:avLst/>
          </a:prstGeom>
        </p:spPr>
      </p:pic>
      <p:pic>
        <p:nvPicPr>
          <p:cNvPr id="9" name="Picture 8" descr="asset_00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734" y="255984"/>
            <a:ext cx="17859" cy="23812"/>
          </a:xfrm>
          <a:prstGeom prst="rect">
            <a:avLst/>
          </a:prstGeom>
        </p:spPr>
      </p:pic>
      <p:pic>
        <p:nvPicPr>
          <p:cNvPr id="10" name="Picture 9" descr="asset_00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3327" y="386953"/>
            <a:ext cx="2708671" cy="95249"/>
          </a:xfrm>
          <a:prstGeom prst="rect">
            <a:avLst/>
          </a:prstGeom>
        </p:spPr>
      </p:pic>
      <p:pic>
        <p:nvPicPr>
          <p:cNvPr id="11" name="Picture 10" descr="asset_0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828" y="494109"/>
            <a:ext cx="17859" cy="23812"/>
          </a:xfrm>
          <a:prstGeom prst="rect">
            <a:avLst/>
          </a:prstGeom>
        </p:spPr>
      </p:pic>
      <p:pic>
        <p:nvPicPr>
          <p:cNvPr id="12" name="Picture 11" descr="asset_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8218" y="494109"/>
            <a:ext cx="23812" cy="23812"/>
          </a:xfrm>
          <a:prstGeom prst="rect">
            <a:avLst/>
          </a:prstGeom>
        </p:spPr>
      </p:pic>
      <p:pic>
        <p:nvPicPr>
          <p:cNvPr id="13" name="Picture 12" descr="asset_01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828" y="571499"/>
            <a:ext cx="17859" cy="29765"/>
          </a:xfrm>
          <a:prstGeom prst="rect">
            <a:avLst/>
          </a:prstGeom>
        </p:spPr>
      </p:pic>
      <p:pic>
        <p:nvPicPr>
          <p:cNvPr id="14" name="Picture 13" descr="asset_0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437" y="577453"/>
            <a:ext cx="23812" cy="23812"/>
          </a:xfrm>
          <a:prstGeom prst="rect">
            <a:avLst/>
          </a:prstGeom>
        </p:spPr>
      </p:pic>
      <p:pic>
        <p:nvPicPr>
          <p:cNvPr id="15" name="Picture 14" descr="asset_01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28609" y="607218"/>
            <a:ext cx="2363390" cy="17859"/>
          </a:xfrm>
          <a:prstGeom prst="rect">
            <a:avLst/>
          </a:prstGeom>
        </p:spPr>
      </p:pic>
      <p:pic>
        <p:nvPicPr>
          <p:cNvPr id="16" name="Picture 15" descr="asset_01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65" y="738187"/>
            <a:ext cx="95249" cy="107156"/>
          </a:xfrm>
          <a:prstGeom prst="rect">
            <a:avLst/>
          </a:prstGeom>
        </p:spPr>
      </p:pic>
      <p:pic>
        <p:nvPicPr>
          <p:cNvPr id="17" name="Picture 16" descr="asset_01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95484" y="773906"/>
            <a:ext cx="232171" cy="95249"/>
          </a:xfrm>
          <a:prstGeom prst="rect">
            <a:avLst/>
          </a:prstGeom>
        </p:spPr>
      </p:pic>
      <p:pic>
        <p:nvPicPr>
          <p:cNvPr id="18" name="Picture 17" descr="asset_01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63374" y="851296"/>
            <a:ext cx="71437" cy="250031"/>
          </a:xfrm>
          <a:prstGeom prst="rect">
            <a:avLst/>
          </a:prstGeom>
        </p:spPr>
      </p:pic>
      <p:pic>
        <p:nvPicPr>
          <p:cNvPr id="19" name="Picture 18" descr="asset_01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40702" y="857249"/>
            <a:ext cx="476249" cy="636984"/>
          </a:xfrm>
          <a:prstGeom prst="rect">
            <a:avLst/>
          </a:prstGeom>
        </p:spPr>
      </p:pic>
      <p:pic>
        <p:nvPicPr>
          <p:cNvPr id="20" name="Picture 19" descr="asset_019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6484" y="898921"/>
            <a:ext cx="23812" cy="29765"/>
          </a:xfrm>
          <a:prstGeom prst="rect">
            <a:avLst/>
          </a:prstGeom>
        </p:spPr>
      </p:pic>
      <p:pic>
        <p:nvPicPr>
          <p:cNvPr id="21" name="Picture 20" descr="asset_02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3874" y="910828"/>
            <a:ext cx="23812" cy="17859"/>
          </a:xfrm>
          <a:prstGeom prst="rect">
            <a:avLst/>
          </a:prstGeom>
        </p:spPr>
      </p:pic>
      <p:pic>
        <p:nvPicPr>
          <p:cNvPr id="22" name="Picture 21" descr="asset_02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132468" y="940593"/>
            <a:ext cx="59531" cy="41671"/>
          </a:xfrm>
          <a:prstGeom prst="rect">
            <a:avLst/>
          </a:prstGeom>
        </p:spPr>
      </p:pic>
      <p:pic>
        <p:nvPicPr>
          <p:cNvPr id="23" name="Picture 22" descr="asset_02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85749" y="982265"/>
            <a:ext cx="107156" cy="23812"/>
          </a:xfrm>
          <a:prstGeom prst="rect">
            <a:avLst/>
          </a:prstGeom>
        </p:spPr>
      </p:pic>
      <p:pic>
        <p:nvPicPr>
          <p:cNvPr id="24" name="Picture 23" descr="asset_023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6484" y="982265"/>
            <a:ext cx="17859" cy="23812"/>
          </a:xfrm>
          <a:prstGeom prst="rect">
            <a:avLst/>
          </a:prstGeom>
        </p:spPr>
      </p:pic>
      <p:pic>
        <p:nvPicPr>
          <p:cNvPr id="25" name="Picture 24" descr="asset_024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781234" y="982265"/>
            <a:ext cx="345281" cy="547687"/>
          </a:xfrm>
          <a:prstGeom prst="rect">
            <a:avLst/>
          </a:prstGeom>
        </p:spPr>
      </p:pic>
      <p:pic>
        <p:nvPicPr>
          <p:cNvPr id="26" name="Picture 25" descr="asset_025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5749" y="1065609"/>
            <a:ext cx="23812" cy="23812"/>
          </a:xfrm>
          <a:prstGeom prst="rect">
            <a:avLst/>
          </a:prstGeom>
        </p:spPr>
      </p:pic>
      <p:pic>
        <p:nvPicPr>
          <p:cNvPr id="27" name="Picture 26" descr="asset_026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08359" y="1148953"/>
            <a:ext cx="17859" cy="23812"/>
          </a:xfrm>
          <a:prstGeom prst="rect">
            <a:avLst/>
          </a:prstGeom>
        </p:spPr>
      </p:pic>
      <p:pic>
        <p:nvPicPr>
          <p:cNvPr id="28" name="Picture 27" descr="asset_027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269265" y="1166812"/>
            <a:ext cx="59531" cy="172640"/>
          </a:xfrm>
          <a:prstGeom prst="rect">
            <a:avLst/>
          </a:prstGeom>
        </p:spPr>
      </p:pic>
      <p:pic>
        <p:nvPicPr>
          <p:cNvPr id="29" name="Picture 28" descr="asset_028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132468" y="1160859"/>
            <a:ext cx="59531" cy="41671"/>
          </a:xfrm>
          <a:prstGeom prst="rect">
            <a:avLst/>
          </a:prstGeom>
        </p:spPr>
      </p:pic>
      <p:pic>
        <p:nvPicPr>
          <p:cNvPr id="30" name="Picture 29" descr="asset_029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5015" y="1232296"/>
            <a:ext cx="23812" cy="17859"/>
          </a:xfrm>
          <a:prstGeom prst="rect">
            <a:avLst/>
          </a:prstGeom>
        </p:spPr>
      </p:pic>
      <p:pic>
        <p:nvPicPr>
          <p:cNvPr id="31" name="Picture 30" descr="asset_030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9828" y="1345406"/>
            <a:ext cx="11060905" cy="3637359"/>
          </a:xfrm>
          <a:prstGeom prst="rect">
            <a:avLst/>
          </a:prstGeom>
        </p:spPr>
      </p:pic>
      <p:pic>
        <p:nvPicPr>
          <p:cNvPr id="32" name="Picture 31" descr="asset_031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4843" y="1458515"/>
            <a:ext cx="279796" cy="238124"/>
          </a:xfrm>
          <a:prstGeom prst="rect">
            <a:avLst/>
          </a:prstGeom>
        </p:spPr>
      </p:pic>
      <p:pic>
        <p:nvPicPr>
          <p:cNvPr id="33" name="Picture 32" descr="asset_032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417718" y="1470421"/>
            <a:ext cx="267890" cy="238124"/>
          </a:xfrm>
          <a:prstGeom prst="rect">
            <a:avLst/>
          </a:prstGeom>
        </p:spPr>
      </p:pic>
      <p:pic>
        <p:nvPicPr>
          <p:cNvPr id="34" name="Picture 33" descr="asset_033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132468" y="1476374"/>
            <a:ext cx="59531" cy="89296"/>
          </a:xfrm>
          <a:prstGeom prst="rect">
            <a:avLst/>
          </a:prstGeom>
        </p:spPr>
      </p:pic>
      <p:pic>
        <p:nvPicPr>
          <p:cNvPr id="35" name="Picture 34" descr="asset_034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834812" y="1518046"/>
            <a:ext cx="250031" cy="130968"/>
          </a:xfrm>
          <a:prstGeom prst="rect">
            <a:avLst/>
          </a:prstGeom>
        </p:spPr>
      </p:pic>
      <p:pic>
        <p:nvPicPr>
          <p:cNvPr id="36" name="Picture 35" descr="asset_035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23937" y="1625203"/>
            <a:ext cx="601265" cy="666749"/>
          </a:xfrm>
          <a:prstGeom prst="rect">
            <a:avLst/>
          </a:prstGeom>
        </p:spPr>
      </p:pic>
      <p:pic>
        <p:nvPicPr>
          <p:cNvPr id="37" name="Picture 36" descr="asset_036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858249" y="1649015"/>
            <a:ext cx="631031" cy="684609"/>
          </a:xfrm>
          <a:prstGeom prst="rect">
            <a:avLst/>
          </a:prstGeom>
        </p:spPr>
      </p:pic>
      <p:pic>
        <p:nvPicPr>
          <p:cNvPr id="38" name="Picture 37" descr="asset_037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977312" y="1839515"/>
            <a:ext cx="172640" cy="220265"/>
          </a:xfrm>
          <a:prstGeom prst="rect">
            <a:avLst/>
          </a:prstGeom>
        </p:spPr>
      </p:pic>
      <p:pic>
        <p:nvPicPr>
          <p:cNvPr id="39" name="Picture 38" descr="asset_038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45077" y="1857374"/>
            <a:ext cx="23812" cy="53578"/>
          </a:xfrm>
          <a:prstGeom prst="rect">
            <a:avLst/>
          </a:prstGeom>
        </p:spPr>
      </p:pic>
      <p:pic>
        <p:nvPicPr>
          <p:cNvPr id="40" name="Picture 39" descr="asset_039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726906" y="1881187"/>
            <a:ext cx="291703" cy="327421"/>
          </a:xfrm>
          <a:prstGeom prst="rect">
            <a:avLst/>
          </a:prstGeom>
        </p:spPr>
      </p:pic>
      <p:pic>
        <p:nvPicPr>
          <p:cNvPr id="41" name="Picture 40" descr="asset_040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869656" y="2190749"/>
            <a:ext cx="690562" cy="738187"/>
          </a:xfrm>
          <a:prstGeom prst="rect">
            <a:avLst/>
          </a:prstGeom>
        </p:spPr>
      </p:pic>
      <p:pic>
        <p:nvPicPr>
          <p:cNvPr id="42" name="Picture 41" descr="asset_041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524624" y="2196703"/>
            <a:ext cx="666749" cy="702468"/>
          </a:xfrm>
          <a:prstGeom prst="rect">
            <a:avLst/>
          </a:prstGeom>
        </p:spPr>
      </p:pic>
      <p:pic>
        <p:nvPicPr>
          <p:cNvPr id="43" name="Picture 42" descr="asset_042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191124" y="2411015"/>
            <a:ext cx="1714499" cy="1779984"/>
          </a:xfrm>
          <a:prstGeom prst="rect">
            <a:avLst/>
          </a:prstGeom>
        </p:spPr>
      </p:pic>
      <p:pic>
        <p:nvPicPr>
          <p:cNvPr id="44" name="Picture 43" descr="asset_043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840015" y="2696765"/>
            <a:ext cx="434578" cy="452437"/>
          </a:xfrm>
          <a:prstGeom prst="rect">
            <a:avLst/>
          </a:prstGeom>
        </p:spPr>
      </p:pic>
      <p:pic>
        <p:nvPicPr>
          <p:cNvPr id="45" name="Picture 44" descr="asset_044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29828" y="2720578"/>
            <a:ext cx="3327796" cy="1220390"/>
          </a:xfrm>
          <a:prstGeom prst="rect">
            <a:avLst/>
          </a:prstGeom>
        </p:spPr>
      </p:pic>
      <p:pic>
        <p:nvPicPr>
          <p:cNvPr id="46" name="Picture 45" descr="asset_045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93781" y="2714624"/>
            <a:ext cx="4190999" cy="1654968"/>
          </a:xfrm>
          <a:prstGeom prst="rect">
            <a:avLst/>
          </a:prstGeom>
        </p:spPr>
      </p:pic>
      <p:pic>
        <p:nvPicPr>
          <p:cNvPr id="47" name="Picture 46" descr="asset_046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54843" y="2821781"/>
            <a:ext cx="279796" cy="232171"/>
          </a:xfrm>
          <a:prstGeom prst="rect">
            <a:avLst/>
          </a:prstGeom>
        </p:spPr>
      </p:pic>
      <p:pic>
        <p:nvPicPr>
          <p:cNvPr id="48" name="Picture 47" descr="asset_047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411765" y="2821781"/>
            <a:ext cx="273843" cy="232171"/>
          </a:xfrm>
          <a:prstGeom prst="rect">
            <a:avLst/>
          </a:prstGeom>
        </p:spPr>
      </p:pic>
      <p:pic>
        <p:nvPicPr>
          <p:cNvPr id="49" name="Picture 48" descr="asset_048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625578" y="3000374"/>
            <a:ext cx="315515" cy="363140"/>
          </a:xfrm>
          <a:prstGeom prst="rect">
            <a:avLst/>
          </a:prstGeom>
        </p:spPr>
      </p:pic>
      <p:pic>
        <p:nvPicPr>
          <p:cNvPr id="50" name="Picture 49" descr="asset_049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078265" y="3012281"/>
            <a:ext cx="375046" cy="327421"/>
          </a:xfrm>
          <a:prstGeom prst="rect">
            <a:avLst/>
          </a:prstGeom>
        </p:spPr>
      </p:pic>
      <p:pic>
        <p:nvPicPr>
          <p:cNvPr id="51" name="Picture 50" descr="asset_050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792765" y="3018234"/>
            <a:ext cx="678656" cy="642937"/>
          </a:xfrm>
          <a:prstGeom prst="rect">
            <a:avLst/>
          </a:prstGeom>
        </p:spPr>
      </p:pic>
      <p:pic>
        <p:nvPicPr>
          <p:cNvPr id="52" name="Picture 51" descr="asset_051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88218" y="3030140"/>
            <a:ext cx="654843" cy="613171"/>
          </a:xfrm>
          <a:prstGeom prst="rect">
            <a:avLst/>
          </a:prstGeom>
        </p:spPr>
      </p:pic>
      <p:pic>
        <p:nvPicPr>
          <p:cNvPr id="53" name="Picture 52" descr="asset_052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958828" y="3256359"/>
            <a:ext cx="29765" cy="53578"/>
          </a:xfrm>
          <a:prstGeom prst="rect">
            <a:avLst/>
          </a:prstGeom>
        </p:spPr>
      </p:pic>
      <p:pic>
        <p:nvPicPr>
          <p:cNvPr id="54" name="Picture 53" descr="asset_053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251031" y="3262312"/>
            <a:ext cx="29765" cy="11906"/>
          </a:xfrm>
          <a:prstGeom prst="rect">
            <a:avLst/>
          </a:prstGeom>
        </p:spPr>
      </p:pic>
      <p:pic>
        <p:nvPicPr>
          <p:cNvPr id="55" name="Picture 54" descr="asset_054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637734" y="3750468"/>
            <a:ext cx="577453" cy="660796"/>
          </a:xfrm>
          <a:prstGeom prst="rect">
            <a:avLst/>
          </a:prstGeom>
        </p:spPr>
      </p:pic>
      <p:pic>
        <p:nvPicPr>
          <p:cNvPr id="56" name="Picture 55" descr="asset_055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893468" y="3875484"/>
            <a:ext cx="696515" cy="654843"/>
          </a:xfrm>
          <a:prstGeom prst="rect">
            <a:avLst/>
          </a:prstGeom>
        </p:spPr>
      </p:pic>
      <p:pic>
        <p:nvPicPr>
          <p:cNvPr id="57" name="Picture 56" descr="asset_056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29828" y="4101703"/>
            <a:ext cx="4220765" cy="1172765"/>
          </a:xfrm>
          <a:prstGeom prst="rect">
            <a:avLst/>
          </a:prstGeom>
        </p:spPr>
      </p:pic>
      <p:pic>
        <p:nvPicPr>
          <p:cNvPr id="58" name="Picture 57" descr="asset_057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423546" y="4107656"/>
            <a:ext cx="4161234" cy="1137046"/>
          </a:xfrm>
          <a:prstGeom prst="rect">
            <a:avLst/>
          </a:prstGeom>
        </p:spPr>
      </p:pic>
      <p:pic>
        <p:nvPicPr>
          <p:cNvPr id="59" name="Picture 58" descr="asset_058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54843" y="4208859"/>
            <a:ext cx="273843" cy="232171"/>
          </a:xfrm>
          <a:prstGeom prst="rect">
            <a:avLst/>
          </a:prstGeom>
        </p:spPr>
      </p:pic>
      <p:pic>
        <p:nvPicPr>
          <p:cNvPr id="60" name="Picture 59" descr="asset_059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8417718" y="4208859"/>
            <a:ext cx="267890" cy="232171"/>
          </a:xfrm>
          <a:prstGeom prst="rect">
            <a:avLst/>
          </a:prstGeom>
        </p:spPr>
      </p:pic>
      <p:pic>
        <p:nvPicPr>
          <p:cNvPr id="61" name="Picture 60" descr="asset_060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726906" y="4310062"/>
            <a:ext cx="232171" cy="285749"/>
          </a:xfrm>
          <a:prstGeom prst="rect">
            <a:avLst/>
          </a:prstGeom>
        </p:spPr>
      </p:pic>
      <p:pic>
        <p:nvPicPr>
          <p:cNvPr id="62" name="Picture 61" descr="asset_061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298531" y="4357687"/>
            <a:ext cx="113109" cy="130968"/>
          </a:xfrm>
          <a:prstGeom prst="rect">
            <a:avLst/>
          </a:prstGeom>
        </p:spPr>
      </p:pic>
      <p:pic>
        <p:nvPicPr>
          <p:cNvPr id="63" name="Picture 62" descr="asset_062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810624" y="4363640"/>
            <a:ext cx="642937" cy="648890"/>
          </a:xfrm>
          <a:prstGeom prst="rect">
            <a:avLst/>
          </a:prstGeom>
        </p:spPr>
      </p:pic>
      <p:pic>
        <p:nvPicPr>
          <p:cNvPr id="64" name="Picture 63" descr="asset_063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053703" y="4387453"/>
            <a:ext cx="398859" cy="119062"/>
          </a:xfrm>
          <a:prstGeom prst="rect">
            <a:avLst/>
          </a:prstGeom>
        </p:spPr>
      </p:pic>
      <p:pic>
        <p:nvPicPr>
          <p:cNvPr id="65" name="Picture 64" descr="asset_064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726781" y="4399359"/>
            <a:ext cx="2559843" cy="654843"/>
          </a:xfrm>
          <a:prstGeom prst="rect">
            <a:avLst/>
          </a:prstGeom>
        </p:spPr>
      </p:pic>
      <p:pic>
        <p:nvPicPr>
          <p:cNvPr id="66" name="Picture 65" descr="asset_065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351359" y="4536281"/>
            <a:ext cx="285749" cy="291703"/>
          </a:xfrm>
          <a:prstGeom prst="rect">
            <a:avLst/>
          </a:prstGeom>
        </p:spPr>
      </p:pic>
      <p:pic>
        <p:nvPicPr>
          <p:cNvPr id="67" name="Picture 66" descr="asset_066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946546" y="4554140"/>
            <a:ext cx="267890" cy="315515"/>
          </a:xfrm>
          <a:prstGeom prst="rect">
            <a:avLst/>
          </a:prstGeom>
        </p:spPr>
      </p:pic>
      <p:pic>
        <p:nvPicPr>
          <p:cNvPr id="68" name="Picture 67" descr="asset_067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3887390" y="4655343"/>
            <a:ext cx="23812" cy="47624"/>
          </a:xfrm>
          <a:prstGeom prst="rect">
            <a:avLst/>
          </a:prstGeom>
        </p:spPr>
      </p:pic>
      <p:pic>
        <p:nvPicPr>
          <p:cNvPr id="69" name="Picture 68" descr="asset_068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256984" y="4655343"/>
            <a:ext cx="17859" cy="47624"/>
          </a:xfrm>
          <a:prstGeom prst="rect">
            <a:avLst/>
          </a:prstGeom>
        </p:spPr>
      </p:pic>
      <p:pic>
        <p:nvPicPr>
          <p:cNvPr id="70" name="Picture 69" descr="asset_069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1113234" y="4869656"/>
            <a:ext cx="386953" cy="130968"/>
          </a:xfrm>
          <a:prstGeom prst="rect">
            <a:avLst/>
          </a:prstGeom>
        </p:spPr>
      </p:pic>
      <p:pic>
        <p:nvPicPr>
          <p:cNvPr id="71" name="Picture 70" descr="asset_070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5661421" y="4976812"/>
            <a:ext cx="803671" cy="59531"/>
          </a:xfrm>
          <a:prstGeom prst="rect">
            <a:avLst/>
          </a:prstGeom>
        </p:spPr>
      </p:pic>
      <p:pic>
        <p:nvPicPr>
          <p:cNvPr id="72" name="Picture 71" descr="asset_071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0" y="5006577"/>
            <a:ext cx="333374" cy="226218"/>
          </a:xfrm>
          <a:prstGeom prst="rect">
            <a:avLst/>
          </a:prstGeom>
        </p:spPr>
      </p:pic>
      <p:pic>
        <p:nvPicPr>
          <p:cNvPr id="74" name="Picture 73" descr="asset_073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226218" y="5429249"/>
            <a:ext cx="2202656" cy="1428749"/>
          </a:xfrm>
          <a:prstGeom prst="rect">
            <a:avLst/>
          </a:prstGeom>
        </p:spPr>
      </p:pic>
      <p:pic>
        <p:nvPicPr>
          <p:cNvPr id="75" name="Picture 74" descr="asset_074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4749799" y="5607605"/>
            <a:ext cx="11906" cy="803671"/>
          </a:xfrm>
          <a:prstGeom prst="rect">
            <a:avLst/>
          </a:prstGeom>
        </p:spPr>
      </p:pic>
      <p:pic>
        <p:nvPicPr>
          <p:cNvPr id="77" name="Picture 76" descr="asset_076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3993752" y="5667136"/>
            <a:ext cx="541734" cy="684609"/>
          </a:xfrm>
          <a:prstGeom prst="rect">
            <a:avLst/>
          </a:prstGeom>
        </p:spPr>
      </p:pic>
      <p:pic>
        <p:nvPicPr>
          <p:cNvPr id="78" name="Picture 77" descr="asset_077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398859" y="5631656"/>
            <a:ext cx="410765" cy="333374"/>
          </a:xfrm>
          <a:prstGeom prst="rect">
            <a:avLst/>
          </a:prstGeom>
        </p:spPr>
      </p:pic>
      <p:pic>
        <p:nvPicPr>
          <p:cNvPr id="83" name="Picture 82" descr="asset_082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0" y="5768577"/>
            <a:ext cx="434578" cy="327421"/>
          </a:xfrm>
          <a:prstGeom prst="rect">
            <a:avLst/>
          </a:prstGeom>
        </p:spPr>
      </p:pic>
      <p:pic>
        <p:nvPicPr>
          <p:cNvPr id="88" name="Picture 87" descr="asset_087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5023643" y="5952886"/>
            <a:ext cx="267890" cy="267890"/>
          </a:xfrm>
          <a:prstGeom prst="rect">
            <a:avLst/>
          </a:prstGeom>
        </p:spPr>
      </p:pic>
      <p:pic>
        <p:nvPicPr>
          <p:cNvPr id="89" name="Picture 88" descr="asset_088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5857081" y="5952886"/>
            <a:ext cx="267890" cy="267890"/>
          </a:xfrm>
          <a:prstGeom prst="rect">
            <a:avLst/>
          </a:prstGeom>
        </p:spPr>
      </p:pic>
      <p:pic>
        <p:nvPicPr>
          <p:cNvPr id="90" name="Picture 89" descr="asset_089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6690518" y="5952886"/>
            <a:ext cx="232171" cy="267890"/>
          </a:xfrm>
          <a:prstGeom prst="rect">
            <a:avLst/>
          </a:prstGeom>
        </p:spPr>
      </p:pic>
      <p:pic>
        <p:nvPicPr>
          <p:cNvPr id="91" name="Picture 90" descr="asset_090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7654924" y="5964792"/>
            <a:ext cx="273843" cy="250031"/>
          </a:xfrm>
          <a:prstGeom prst="rect">
            <a:avLst/>
          </a:prstGeom>
        </p:spPr>
      </p:pic>
      <p:pic>
        <p:nvPicPr>
          <p:cNvPr id="94" name="Picture 93" descr="asset_093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857249" y="5988843"/>
            <a:ext cx="113109" cy="89296"/>
          </a:xfrm>
          <a:prstGeom prst="rect">
            <a:avLst/>
          </a:prstGeom>
        </p:spPr>
      </p:pic>
      <p:pic>
        <p:nvPicPr>
          <p:cNvPr id="98" name="Picture 97" descr="asset_097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958453" y="6066234"/>
            <a:ext cx="1774031" cy="791765"/>
          </a:xfrm>
          <a:prstGeom prst="rect">
            <a:avLst/>
          </a:prstGeom>
        </p:spPr>
      </p:pic>
      <p:pic>
        <p:nvPicPr>
          <p:cNvPr id="99" name="Picture 98" descr="asset_098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41671" y="6095999"/>
            <a:ext cx="666749" cy="761999"/>
          </a:xfrm>
          <a:prstGeom prst="rect">
            <a:avLst/>
          </a:prstGeom>
        </p:spPr>
      </p:pic>
      <p:pic>
        <p:nvPicPr>
          <p:cNvPr id="109" name="Picture 108" descr="asset_108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273843" y="6262687"/>
            <a:ext cx="130968" cy="101203"/>
          </a:xfrm>
          <a:prstGeom prst="rect">
            <a:avLst/>
          </a:prstGeom>
        </p:spPr>
      </p:pic>
      <p:pic>
        <p:nvPicPr>
          <p:cNvPr id="110" name="Picture 109" descr="asset_109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440531" y="6310312"/>
            <a:ext cx="1779984" cy="547687"/>
          </a:xfrm>
          <a:prstGeom prst="rect">
            <a:avLst/>
          </a:prstGeom>
        </p:spPr>
      </p:pic>
      <p:pic>
        <p:nvPicPr>
          <p:cNvPr id="114" name="Picture 113" descr="asset_113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392906" y="6351984"/>
            <a:ext cx="1273968" cy="446484"/>
          </a:xfrm>
          <a:prstGeom prst="rect">
            <a:avLst/>
          </a:prstGeom>
        </p:spPr>
      </p:pic>
      <p:pic>
        <p:nvPicPr>
          <p:cNvPr id="115" name="Picture 114" descr="asset_114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119062" y="6369843"/>
            <a:ext cx="702468" cy="488156"/>
          </a:xfrm>
          <a:prstGeom prst="rect">
            <a:avLst/>
          </a:prstGeom>
        </p:spPr>
      </p:pic>
      <p:pic>
        <p:nvPicPr>
          <p:cNvPr id="122" name="Picture 121" descr="asset_121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10298905" y="6494859"/>
            <a:ext cx="261937" cy="5953"/>
          </a:xfrm>
          <a:prstGeom prst="rect">
            <a:avLst/>
          </a:prstGeom>
        </p:spPr>
      </p:pic>
      <p:pic>
        <p:nvPicPr>
          <p:cNvPr id="134" name="Picture 133" descr="asset_133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0" y="6584156"/>
            <a:ext cx="386953" cy="273843"/>
          </a:xfrm>
          <a:prstGeom prst="rect">
            <a:avLst/>
          </a:prstGeom>
        </p:spPr>
      </p:pic>
      <p:sp>
        <p:nvSpPr>
          <p:cNvPr id="198" name="TextBox 1"/>
          <p:cNvSpPr txBox="1"/>
          <p:nvPr/>
        </p:nvSpPr>
        <p:spPr>
          <a:xfrm>
            <a:off x="580548" y="267890"/>
            <a:ext cx="3333749" cy="523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003A8C"/>
                </a:solidFill>
                <a:latin typeface="微软雅黑" panose="020B0503020204020204" charset="-122"/>
              </a:rPr>
              <a:t>核心能力矩阵</a:t>
            </a:r>
            <a:endParaRPr sz="3800"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199" name="TextBox 2"/>
          <p:cNvSpPr txBox="1"/>
          <p:nvPr/>
        </p:nvSpPr>
        <p:spPr>
          <a:xfrm>
            <a:off x="579596" y="940593"/>
            <a:ext cx="4286249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03A8C"/>
                </a:solidFill>
                <a:latin typeface="微软雅黑" panose="020B0503020204020204" charset="-122"/>
              </a:rPr>
              <a:t>企业级 AI 内容生产与导出能力概览</a:t>
            </a:r>
            <a:endParaRPr sz="1900"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200" name="TextBox 3"/>
          <p:cNvSpPr txBox="1"/>
          <p:nvPr/>
        </p:nvSpPr>
        <p:spPr>
          <a:xfrm>
            <a:off x="666749" y="1470421"/>
            <a:ext cx="267890" cy="220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1" name="TextBox 4"/>
          <p:cNvSpPr txBox="1"/>
          <p:nvPr/>
        </p:nvSpPr>
        <p:spPr>
          <a:xfrm>
            <a:off x="1863328" y="1643062"/>
            <a:ext cx="1547812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>
                <a:solidFill>
                  <a:srgbClr val="003A8C"/>
                </a:solidFill>
                <a:latin typeface="微软雅黑" panose="020B0503020204020204" charset="-122"/>
              </a:rPr>
              <a:t>智能内容规划</a:t>
            </a:r>
            <a:endParaRPr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202" name="TextBox 5"/>
          <p:cNvSpPr txBox="1"/>
          <p:nvPr/>
        </p:nvSpPr>
        <p:spPr>
          <a:xfrm>
            <a:off x="1863328" y="1988343"/>
            <a:ext cx="1964531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生成 style_guide 与逐页规划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03" name="TextBox 6"/>
          <p:cNvSpPr txBox="1"/>
          <p:nvPr/>
        </p:nvSpPr>
        <p:spPr>
          <a:xfrm>
            <a:off x="1863328" y="2238374"/>
            <a:ext cx="1964531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通过设计语法保证版式多样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04" name="TextBox 7"/>
          <p:cNvSpPr txBox="1"/>
          <p:nvPr/>
        </p:nvSpPr>
        <p:spPr>
          <a:xfrm>
            <a:off x="666749" y="2839640"/>
            <a:ext cx="267890" cy="220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5" name="TextBox 8"/>
          <p:cNvSpPr txBox="1"/>
          <p:nvPr/>
        </p:nvSpPr>
        <p:spPr>
          <a:xfrm>
            <a:off x="1863328" y="3006328"/>
            <a:ext cx="1845468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>
                <a:solidFill>
                  <a:srgbClr val="003A8C"/>
                </a:solidFill>
                <a:latin typeface="微软雅黑" panose="020B0503020204020204" charset="-122"/>
              </a:rPr>
              <a:t>两阶段图像生成</a:t>
            </a:r>
            <a:endParaRPr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206" name="TextBox 9"/>
          <p:cNvSpPr txBox="1"/>
          <p:nvPr/>
        </p:nvSpPr>
        <p:spPr>
          <a:xfrm>
            <a:off x="1843008" y="3345656"/>
            <a:ext cx="2083593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原稿图与元素图两阶段生成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07" name="TextBox 10"/>
          <p:cNvSpPr txBox="1"/>
          <p:nvPr/>
        </p:nvSpPr>
        <p:spPr>
          <a:xfrm>
            <a:off x="1842770" y="3595370"/>
            <a:ext cx="1993900" cy="2171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1C2A44"/>
                </a:solidFill>
                <a:latin typeface="微软雅黑" panose="020B0503020204020204" charset="-122"/>
              </a:rPr>
              <a:t>•  兼顾视觉一致性和</a:t>
            </a:r>
            <a:r>
              <a:rPr sz="1100">
                <a:solidFill>
                  <a:srgbClr val="1C2A44"/>
                </a:solidFill>
                <a:latin typeface="微软雅黑" panose="020B0503020204020204" charset="-122"/>
                <a:sym typeface="+mn-ea"/>
              </a:rPr>
              <a:t> 可编辑导出</a:t>
            </a:r>
            <a:endParaRPr sz="1100" b="0" i="0">
              <a:solidFill>
                <a:srgbClr val="1C2A44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endParaRPr sz="11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09" name="TextBox 12"/>
          <p:cNvSpPr txBox="1"/>
          <p:nvPr/>
        </p:nvSpPr>
        <p:spPr>
          <a:xfrm>
            <a:off x="666749" y="4214812"/>
            <a:ext cx="267890" cy="220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0" name="TextBox 13"/>
          <p:cNvSpPr txBox="1"/>
          <p:nvPr/>
        </p:nvSpPr>
        <p:spPr>
          <a:xfrm>
            <a:off x="1863328" y="4393406"/>
            <a:ext cx="1726406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>
                <a:solidFill>
                  <a:srgbClr val="003A8C"/>
                </a:solidFill>
                <a:latin typeface="微软雅黑" panose="020B0503020204020204" charset="-122"/>
              </a:rPr>
              <a:t>双轮闭环导出</a:t>
            </a:r>
            <a:endParaRPr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211" name="TextBox 14"/>
          <p:cNvSpPr txBox="1"/>
          <p:nvPr/>
        </p:nvSpPr>
        <p:spPr>
          <a:xfrm>
            <a:off x="1863328" y="4732734"/>
            <a:ext cx="2172890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PPTX 与 Web 预览/在线创作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12" name="TextBox 15"/>
          <p:cNvSpPr txBox="1"/>
          <p:nvPr/>
        </p:nvSpPr>
        <p:spPr>
          <a:xfrm>
            <a:off x="1863328" y="4982765"/>
            <a:ext cx="1785937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双向闭环，导出与回流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13" name="TextBox 16"/>
          <p:cNvSpPr txBox="1"/>
          <p:nvPr/>
        </p:nvSpPr>
        <p:spPr>
          <a:xfrm>
            <a:off x="8425417" y="1476374"/>
            <a:ext cx="267890" cy="220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4" name="TextBox 17"/>
          <p:cNvSpPr txBox="1"/>
          <p:nvPr/>
        </p:nvSpPr>
        <p:spPr>
          <a:xfrm>
            <a:off x="9715499" y="1447561"/>
            <a:ext cx="1488281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>
                <a:solidFill>
                  <a:srgbClr val="003A8C"/>
                </a:solidFill>
                <a:latin typeface="微软雅黑" panose="020B0503020204020204" charset="-122"/>
              </a:rPr>
              <a:t>分层 PPTX</a:t>
            </a:r>
            <a:endParaRPr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215" name="TextBox 18"/>
          <p:cNvSpPr txBox="1"/>
          <p:nvPr/>
        </p:nvSpPr>
        <p:spPr>
          <a:xfrm>
            <a:off x="9715499" y="1810702"/>
            <a:ext cx="1964531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文本、图形、组件分层导出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16" name="TextBox 19"/>
          <p:cNvSpPr txBox="1"/>
          <p:nvPr/>
        </p:nvSpPr>
        <p:spPr>
          <a:xfrm>
            <a:off x="9715499" y="2060733"/>
            <a:ext cx="1785937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方便后续编辑与复用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17" name="TextBox 20"/>
          <p:cNvSpPr txBox="1"/>
          <p:nvPr/>
        </p:nvSpPr>
        <p:spPr>
          <a:xfrm>
            <a:off x="8425417" y="2845593"/>
            <a:ext cx="267890" cy="220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8" name="TextBox 21"/>
          <p:cNvSpPr txBox="1"/>
          <p:nvPr/>
        </p:nvSpPr>
        <p:spPr>
          <a:xfrm>
            <a:off x="9715499" y="2792968"/>
            <a:ext cx="2143124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>
                <a:solidFill>
                  <a:srgbClr val="003A8C"/>
                </a:solidFill>
                <a:latin typeface="微软雅黑" panose="020B0503020204020204" charset="-122"/>
              </a:rPr>
              <a:t>Web 创作工作区</a:t>
            </a:r>
            <a:endParaRPr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219" name="TextBox 22"/>
          <p:cNvSpPr txBox="1"/>
          <p:nvPr/>
        </p:nvSpPr>
        <p:spPr>
          <a:xfrm>
            <a:off x="9715499" y="3132296"/>
            <a:ext cx="1964531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浏览器内的可视化创作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20" name="TextBox 23"/>
          <p:cNvSpPr txBox="1"/>
          <p:nvPr/>
        </p:nvSpPr>
        <p:spPr>
          <a:xfrm>
            <a:off x="9715499" y="3382327"/>
            <a:ext cx="1785937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拖拽编辑，灵活布局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21" name="TextBox 24"/>
          <p:cNvSpPr txBox="1"/>
          <p:nvPr/>
        </p:nvSpPr>
        <p:spPr>
          <a:xfrm>
            <a:off x="9715499" y="3632358"/>
            <a:ext cx="1964531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即时预览，所见即所得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22" name="TextBox 25"/>
          <p:cNvSpPr txBox="1"/>
          <p:nvPr/>
        </p:nvSpPr>
        <p:spPr>
          <a:xfrm>
            <a:off x="8425417" y="4220765"/>
            <a:ext cx="267890" cy="220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3" name="TextBox 26"/>
          <p:cNvSpPr txBox="1"/>
          <p:nvPr/>
        </p:nvSpPr>
        <p:spPr>
          <a:xfrm>
            <a:off x="9715499" y="4240688"/>
            <a:ext cx="1845468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>
                <a:solidFill>
                  <a:srgbClr val="003A8C"/>
                </a:solidFill>
                <a:latin typeface="微软雅黑" panose="020B0503020204020204" charset="-122"/>
              </a:rPr>
              <a:t>可靠任务引擎</a:t>
            </a:r>
            <a:endParaRPr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224" name="TextBox 27"/>
          <p:cNvSpPr txBox="1"/>
          <p:nvPr/>
        </p:nvSpPr>
        <p:spPr>
          <a:xfrm>
            <a:off x="9715499" y="4556204"/>
            <a:ext cx="1964531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任务调度，稳定高效执行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25" name="TextBox 28"/>
          <p:cNvSpPr txBox="1"/>
          <p:nvPr/>
        </p:nvSpPr>
        <p:spPr>
          <a:xfrm>
            <a:off x="9715499" y="4758610"/>
            <a:ext cx="2083593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支持断点续跑、单页重生成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26" name="TextBox 29"/>
          <p:cNvSpPr txBox="1"/>
          <p:nvPr/>
        </p:nvSpPr>
        <p:spPr>
          <a:xfrm>
            <a:off x="9715499" y="4961016"/>
            <a:ext cx="2083593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•  版本管理与 SSE 进度推送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27" name="TextBox 30"/>
          <p:cNvSpPr txBox="1"/>
          <p:nvPr/>
        </p:nvSpPr>
        <p:spPr>
          <a:xfrm>
            <a:off x="6060281" y="2006203"/>
            <a:ext cx="386953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3A8C"/>
                </a:solidFill>
                <a:latin typeface="微软雅黑" panose="020B0503020204020204" charset="-122"/>
              </a:rPr>
              <a:t>规划</a:t>
            </a:r>
            <a:endParaRPr sz="1200"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228" name="TextBox 31"/>
          <p:cNvSpPr txBox="1"/>
          <p:nvPr/>
        </p:nvSpPr>
        <p:spPr>
          <a:xfrm>
            <a:off x="5774531" y="2244328"/>
            <a:ext cx="1071562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C2A44"/>
                </a:solidFill>
                <a:latin typeface="微软雅黑" panose="020B0503020204020204" charset="-122"/>
              </a:rPr>
              <a:t>需求洞察与方案规划</a:t>
            </a:r>
            <a:endParaRPr sz="8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29" name="TextBox 32"/>
          <p:cNvSpPr txBox="1"/>
          <p:nvPr/>
        </p:nvSpPr>
        <p:spPr>
          <a:xfrm>
            <a:off x="4637484" y="3423046"/>
            <a:ext cx="386953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3A8C"/>
                </a:solidFill>
                <a:latin typeface="微软雅黑" panose="020B0503020204020204" charset="-122"/>
              </a:rPr>
              <a:t>治理</a:t>
            </a:r>
            <a:endParaRPr sz="1200"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230" name="TextBox 33"/>
          <p:cNvSpPr txBox="1"/>
          <p:nvPr/>
        </p:nvSpPr>
        <p:spPr>
          <a:xfrm>
            <a:off x="4571999" y="3619499"/>
            <a:ext cx="511968" cy="26193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C2A44"/>
                </a:solidFill>
                <a:latin typeface="微软雅黑" panose="020B0503020204020204" charset="-122"/>
              </a:rPr>
              <a:t>质量治理与</a:t>
            </a:r>
            <a:endParaRPr sz="800" b="0" i="0">
              <a:solidFill>
                <a:srgbClr val="1C2A44"/>
              </a:solidFill>
              <a:latin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C2A44"/>
                </a:solidFill>
                <a:latin typeface="微软雅黑" panose="020B0503020204020204" charset="-122"/>
              </a:rPr>
              <a:t>版本管理</a:t>
            </a:r>
            <a:endParaRPr sz="8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31" name="TextBox 34"/>
          <p:cNvSpPr txBox="1"/>
          <p:nvPr/>
        </p:nvSpPr>
        <p:spPr>
          <a:xfrm>
            <a:off x="7119937" y="3423046"/>
            <a:ext cx="386953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3A8C"/>
                </a:solidFill>
                <a:latin typeface="微软雅黑" panose="020B0503020204020204" charset="-122"/>
              </a:rPr>
              <a:t>生成</a:t>
            </a:r>
            <a:endParaRPr sz="1200"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232" name="TextBox 35"/>
          <p:cNvSpPr txBox="1"/>
          <p:nvPr/>
        </p:nvSpPr>
        <p:spPr>
          <a:xfrm>
            <a:off x="6953249" y="3625453"/>
            <a:ext cx="714374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C2A44"/>
                </a:solidFill>
                <a:latin typeface="微软雅黑" panose="020B0503020204020204" charset="-122"/>
              </a:rPr>
              <a:t>内容生成与优化</a:t>
            </a:r>
            <a:endParaRPr sz="8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33" name="TextBox 36"/>
          <p:cNvSpPr txBox="1"/>
          <p:nvPr/>
        </p:nvSpPr>
        <p:spPr>
          <a:xfrm>
            <a:off x="6084093" y="4452937"/>
            <a:ext cx="386953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3A8C"/>
                </a:solidFill>
                <a:latin typeface="微软雅黑" panose="020B0503020204020204" charset="-122"/>
              </a:rPr>
              <a:t>导出</a:t>
            </a:r>
            <a:endParaRPr sz="1200" b="1" i="0">
              <a:solidFill>
                <a:srgbClr val="003A8C"/>
              </a:solidFill>
              <a:latin typeface="微软雅黑" panose="020B0503020204020204" charset="-122"/>
            </a:endParaRPr>
          </a:p>
        </p:txBody>
      </p:sp>
      <p:sp>
        <p:nvSpPr>
          <p:cNvPr id="234" name="TextBox 37"/>
          <p:cNvSpPr txBox="1"/>
          <p:nvPr/>
        </p:nvSpPr>
        <p:spPr>
          <a:xfrm>
            <a:off x="5631656" y="4685109"/>
            <a:ext cx="1071562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C2A44"/>
                </a:solidFill>
                <a:latin typeface="微软雅黑" panose="020B0503020204020204" charset="-122"/>
              </a:rPr>
              <a:t>多形态导出与回流</a:t>
            </a:r>
            <a:endParaRPr sz="8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35" name="TextBox 38"/>
          <p:cNvSpPr txBox="1"/>
          <p:nvPr/>
        </p:nvSpPr>
        <p:spPr>
          <a:xfrm>
            <a:off x="5357812" y="3262312"/>
            <a:ext cx="1428749" cy="28574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</a:rPr>
              <a:t>核心能力矩阵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6" name="TextBox 39"/>
          <p:cNvSpPr txBox="1"/>
          <p:nvPr/>
        </p:nvSpPr>
        <p:spPr>
          <a:xfrm>
            <a:off x="5417343" y="3607593"/>
            <a:ext cx="1339453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规划—生成—导出—治理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7" name="TextBox 40"/>
          <p:cNvSpPr txBox="1"/>
          <p:nvPr/>
        </p:nvSpPr>
        <p:spPr>
          <a:xfrm>
            <a:off x="5774531" y="3798093"/>
            <a:ext cx="654843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闭环驱动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8" name="TextBox 41"/>
          <p:cNvSpPr txBox="1"/>
          <p:nvPr/>
        </p:nvSpPr>
        <p:spPr>
          <a:xfrm>
            <a:off x="5011737" y="5649277"/>
            <a:ext cx="1071562" cy="238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E60012"/>
                </a:solidFill>
                <a:latin typeface="微软雅黑" panose="020B0503020204020204" charset="-122"/>
              </a:rPr>
              <a:t>可靠性提示</a:t>
            </a:r>
            <a:endParaRPr sz="1900" b="1" i="0">
              <a:solidFill>
                <a:srgbClr val="E60012"/>
              </a:solidFill>
              <a:latin typeface="微软雅黑" panose="020B0503020204020204" charset="-122"/>
            </a:endParaRPr>
          </a:p>
        </p:txBody>
      </p:sp>
      <p:sp>
        <p:nvSpPr>
          <p:cNvPr id="239" name="TextBox 42"/>
          <p:cNvSpPr txBox="1"/>
          <p:nvPr/>
        </p:nvSpPr>
        <p:spPr>
          <a:xfrm>
            <a:off x="4958159" y="6298167"/>
            <a:ext cx="535781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断点续跑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40" name="TextBox 43"/>
          <p:cNvSpPr txBox="1"/>
          <p:nvPr/>
        </p:nvSpPr>
        <p:spPr>
          <a:xfrm>
            <a:off x="5749924" y="6298167"/>
            <a:ext cx="654843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单页重生成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41" name="TextBox 44"/>
          <p:cNvSpPr txBox="1"/>
          <p:nvPr/>
        </p:nvSpPr>
        <p:spPr>
          <a:xfrm>
            <a:off x="6619080" y="6298167"/>
            <a:ext cx="654843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版本可追溯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42" name="TextBox 45"/>
          <p:cNvSpPr txBox="1"/>
          <p:nvPr/>
        </p:nvSpPr>
        <p:spPr>
          <a:xfrm>
            <a:off x="7458471" y="6298167"/>
            <a:ext cx="773906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C2A44"/>
                </a:solidFill>
                <a:latin typeface="微软雅黑" panose="020B0503020204020204" charset="-122"/>
              </a:rPr>
              <a:t>SSE 实时进度</a:t>
            </a:r>
            <a:endParaRPr sz="1000" b="0" i="0">
              <a:solidFill>
                <a:srgbClr val="1C2A44"/>
              </a:solidFill>
              <a:latin typeface="微软雅黑" panose="020B0503020204020204" charset="-122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3707765" y="5489575"/>
            <a:ext cx="4788535" cy="1095375"/>
          </a:xfrm>
          <a:prstGeom prst="roundRect">
            <a:avLst/>
          </a:prstGeom>
          <a:noFill/>
          <a:ln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asset_0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0702" y="214312"/>
            <a:ext cx="476249" cy="577453"/>
          </a:xfrm>
          <a:prstGeom prst="rect">
            <a:avLst/>
          </a:prstGeom>
        </p:spPr>
      </p:pic>
      <p:pic>
        <p:nvPicPr>
          <p:cNvPr id="4" name="Picture 3" descr="asset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921" y="244078"/>
            <a:ext cx="1500187" cy="178593"/>
          </a:xfrm>
          <a:prstGeom prst="rect">
            <a:avLst/>
          </a:prstGeom>
        </p:spPr>
      </p:pic>
      <p:pic>
        <p:nvPicPr>
          <p:cNvPr id="5" name="Picture 4" descr="asset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874" y="434578"/>
            <a:ext cx="1464468" cy="303609"/>
          </a:xfrm>
          <a:prstGeom prst="rect">
            <a:avLst/>
          </a:prstGeom>
        </p:spPr>
      </p:pic>
      <p:pic>
        <p:nvPicPr>
          <p:cNvPr id="6" name="Picture 5" descr="asset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0437" y="476249"/>
            <a:ext cx="29765" cy="41671"/>
          </a:xfrm>
          <a:prstGeom prst="rect">
            <a:avLst/>
          </a:prstGeom>
        </p:spPr>
      </p:pic>
      <p:pic>
        <p:nvPicPr>
          <p:cNvPr id="7" name="Picture 6" descr="asset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4171" y="511968"/>
            <a:ext cx="577453" cy="53578"/>
          </a:xfrm>
          <a:prstGeom prst="rect">
            <a:avLst/>
          </a:prstGeom>
        </p:spPr>
      </p:pic>
      <p:pic>
        <p:nvPicPr>
          <p:cNvPr id="8" name="Picture 7" descr="asset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4968" y="511968"/>
            <a:ext cx="47624" cy="53578"/>
          </a:xfrm>
          <a:prstGeom prst="rect">
            <a:avLst/>
          </a:prstGeom>
        </p:spPr>
      </p:pic>
      <p:pic>
        <p:nvPicPr>
          <p:cNvPr id="9" name="Picture 8" descr="asset_0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671" y="1029890"/>
            <a:ext cx="3113484" cy="3940968"/>
          </a:xfrm>
          <a:prstGeom prst="rect">
            <a:avLst/>
          </a:prstGeom>
        </p:spPr>
      </p:pic>
      <p:pic>
        <p:nvPicPr>
          <p:cNvPr id="10" name="Picture 9" descr="asset_0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89734" y="1029890"/>
            <a:ext cx="4095749" cy="3869531"/>
          </a:xfrm>
          <a:prstGeom prst="rect">
            <a:avLst/>
          </a:prstGeom>
        </p:spPr>
      </p:pic>
      <p:pic>
        <p:nvPicPr>
          <p:cNvPr id="11" name="Picture 10" descr="asset_0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6921" y="1029890"/>
            <a:ext cx="4006453" cy="3940968"/>
          </a:xfrm>
          <a:prstGeom prst="rect">
            <a:avLst/>
          </a:prstGeom>
        </p:spPr>
      </p:pic>
      <p:pic>
        <p:nvPicPr>
          <p:cNvPr id="12" name="Picture 11" descr="asset_0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499" y="1142999"/>
            <a:ext cx="363140" cy="267890"/>
          </a:xfrm>
          <a:prstGeom prst="rect">
            <a:avLst/>
          </a:prstGeom>
        </p:spPr>
      </p:pic>
      <p:pic>
        <p:nvPicPr>
          <p:cNvPr id="13" name="Picture 12" descr="asset_0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80234" y="1142999"/>
            <a:ext cx="363140" cy="267890"/>
          </a:xfrm>
          <a:prstGeom prst="rect">
            <a:avLst/>
          </a:prstGeom>
        </p:spPr>
      </p:pic>
      <p:pic>
        <p:nvPicPr>
          <p:cNvPr id="14" name="Picture 13" descr="asset_01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17656" y="1142999"/>
            <a:ext cx="357187" cy="267890"/>
          </a:xfrm>
          <a:prstGeom prst="rect">
            <a:avLst/>
          </a:prstGeom>
        </p:spPr>
      </p:pic>
      <p:pic>
        <p:nvPicPr>
          <p:cNvPr id="15" name="Picture 14" descr="asset_01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93343" y="1226343"/>
            <a:ext cx="41671" cy="95249"/>
          </a:xfrm>
          <a:prstGeom prst="rect">
            <a:avLst/>
          </a:prstGeom>
        </p:spPr>
      </p:pic>
      <p:pic>
        <p:nvPicPr>
          <p:cNvPr id="16" name="Picture 15" descr="asset_01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0765" y="1226343"/>
            <a:ext cx="41671" cy="95249"/>
          </a:xfrm>
          <a:prstGeom prst="rect">
            <a:avLst/>
          </a:prstGeom>
        </p:spPr>
      </p:pic>
      <p:pic>
        <p:nvPicPr>
          <p:cNvPr id="17" name="Picture 16" descr="asset_01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65" y="1500187"/>
            <a:ext cx="2345531" cy="3006328"/>
          </a:xfrm>
          <a:prstGeom prst="rect">
            <a:avLst/>
          </a:prstGeom>
        </p:spPr>
      </p:pic>
      <p:pic>
        <p:nvPicPr>
          <p:cNvPr id="18" name="Picture 17" descr="asset_01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46343" y="1523999"/>
            <a:ext cx="1732359" cy="523874"/>
          </a:xfrm>
          <a:prstGeom prst="rect">
            <a:avLst/>
          </a:prstGeom>
        </p:spPr>
      </p:pic>
      <p:pic>
        <p:nvPicPr>
          <p:cNvPr id="19" name="Picture 18" descr="asset_01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08796" y="1553765"/>
            <a:ext cx="1631156" cy="2476499"/>
          </a:xfrm>
          <a:prstGeom prst="rect">
            <a:avLst/>
          </a:prstGeom>
        </p:spPr>
      </p:pic>
      <p:pic>
        <p:nvPicPr>
          <p:cNvPr id="20" name="Picture 19" descr="asset_019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79281" y="1553765"/>
            <a:ext cx="1708546" cy="2476499"/>
          </a:xfrm>
          <a:prstGeom prst="rect">
            <a:avLst/>
          </a:prstGeom>
        </p:spPr>
      </p:pic>
      <p:pic>
        <p:nvPicPr>
          <p:cNvPr id="21" name="Picture 20" descr="asset_020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9859" y="1631156"/>
            <a:ext cx="357187" cy="422671"/>
          </a:xfrm>
          <a:prstGeom prst="rect">
            <a:avLst/>
          </a:prstGeom>
        </p:spPr>
      </p:pic>
      <p:pic>
        <p:nvPicPr>
          <p:cNvPr id="22" name="Picture 21" descr="asset_021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83265" y="1631156"/>
            <a:ext cx="315515" cy="303609"/>
          </a:xfrm>
          <a:prstGeom prst="rect">
            <a:avLst/>
          </a:prstGeom>
        </p:spPr>
      </p:pic>
      <p:pic>
        <p:nvPicPr>
          <p:cNvPr id="23" name="Picture 22" descr="asset_022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69531" y="1666874"/>
            <a:ext cx="470296" cy="202406"/>
          </a:xfrm>
          <a:prstGeom prst="rect">
            <a:avLst/>
          </a:prstGeom>
        </p:spPr>
      </p:pic>
      <p:pic>
        <p:nvPicPr>
          <p:cNvPr id="24" name="Picture 23" descr="asset_02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804296" y="1666874"/>
            <a:ext cx="452437" cy="202406"/>
          </a:xfrm>
          <a:prstGeom prst="rect">
            <a:avLst/>
          </a:prstGeom>
        </p:spPr>
      </p:pic>
      <p:pic>
        <p:nvPicPr>
          <p:cNvPr id="25" name="Picture 24" descr="asset_024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26327" y="1904999"/>
            <a:ext cx="565546" cy="827484"/>
          </a:xfrm>
          <a:prstGeom prst="rect">
            <a:avLst/>
          </a:prstGeom>
        </p:spPr>
      </p:pic>
      <p:pic>
        <p:nvPicPr>
          <p:cNvPr id="26" name="Picture 25" descr="asset_02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80796" y="1988343"/>
            <a:ext cx="476249" cy="744140"/>
          </a:xfrm>
          <a:prstGeom prst="rect">
            <a:avLst/>
          </a:prstGeom>
        </p:spPr>
      </p:pic>
      <p:pic>
        <p:nvPicPr>
          <p:cNvPr id="27" name="Picture 26" descr="asset_026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03593" y="2077640"/>
            <a:ext cx="95249" cy="208359"/>
          </a:xfrm>
          <a:prstGeom prst="rect">
            <a:avLst/>
          </a:prstGeom>
        </p:spPr>
      </p:pic>
      <p:pic>
        <p:nvPicPr>
          <p:cNvPr id="28" name="Picture 27" descr="asset_027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798093" y="2268140"/>
            <a:ext cx="1446609" cy="988218"/>
          </a:xfrm>
          <a:prstGeom prst="rect">
            <a:avLst/>
          </a:prstGeom>
        </p:spPr>
      </p:pic>
      <p:pic>
        <p:nvPicPr>
          <p:cNvPr id="29" name="Picture 28" descr="asset_028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80484" y="2268140"/>
            <a:ext cx="1506140" cy="1006078"/>
          </a:xfrm>
          <a:prstGeom prst="rect">
            <a:avLst/>
          </a:prstGeom>
        </p:spPr>
      </p:pic>
      <p:pic>
        <p:nvPicPr>
          <p:cNvPr id="30" name="Picture 29" descr="asset_029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18984" y="2333624"/>
            <a:ext cx="1470421" cy="642937"/>
          </a:xfrm>
          <a:prstGeom prst="rect">
            <a:avLst/>
          </a:prstGeom>
        </p:spPr>
      </p:pic>
      <p:pic>
        <p:nvPicPr>
          <p:cNvPr id="31" name="Picture 30" descr="asset_030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851921" y="2357437"/>
            <a:ext cx="428624" cy="71437"/>
          </a:xfrm>
          <a:prstGeom prst="rect">
            <a:avLst/>
          </a:prstGeom>
        </p:spPr>
      </p:pic>
      <p:pic>
        <p:nvPicPr>
          <p:cNvPr id="32" name="Picture 31" descr="asset_031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869531" y="2363390"/>
            <a:ext cx="321468" cy="41671"/>
          </a:xfrm>
          <a:prstGeom prst="rect">
            <a:avLst/>
          </a:prstGeom>
        </p:spPr>
      </p:pic>
      <p:pic>
        <p:nvPicPr>
          <p:cNvPr id="33" name="Picture 32" descr="asset_032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7953" y="2416968"/>
            <a:ext cx="380999" cy="410765"/>
          </a:xfrm>
          <a:prstGeom prst="rect">
            <a:avLst/>
          </a:prstGeom>
        </p:spPr>
      </p:pic>
      <p:pic>
        <p:nvPicPr>
          <p:cNvPr id="34" name="Picture 33" descr="asset_033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48187" y="2416968"/>
            <a:ext cx="11906" cy="375046"/>
          </a:xfrm>
          <a:prstGeom prst="rect">
            <a:avLst/>
          </a:prstGeom>
        </p:spPr>
      </p:pic>
      <p:pic>
        <p:nvPicPr>
          <p:cNvPr id="35" name="Picture 34" descr="asset_034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589859" y="2416968"/>
            <a:ext cx="595312" cy="744140"/>
          </a:xfrm>
          <a:prstGeom prst="rect">
            <a:avLst/>
          </a:prstGeom>
        </p:spPr>
      </p:pic>
      <p:pic>
        <p:nvPicPr>
          <p:cNvPr id="36" name="Picture 35" descr="asset_035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857624" y="2422921"/>
            <a:ext cx="660796" cy="11906"/>
          </a:xfrm>
          <a:prstGeom prst="rect">
            <a:avLst/>
          </a:prstGeom>
        </p:spPr>
      </p:pic>
      <p:pic>
        <p:nvPicPr>
          <p:cNvPr id="37" name="Picture 36" descr="asset_036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62687" y="2422921"/>
            <a:ext cx="910828" cy="702468"/>
          </a:xfrm>
          <a:prstGeom prst="rect">
            <a:avLst/>
          </a:prstGeom>
        </p:spPr>
      </p:pic>
      <p:pic>
        <p:nvPicPr>
          <p:cNvPr id="38" name="Picture 37" descr="asset_037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13921" y="2422921"/>
            <a:ext cx="595312" cy="5953"/>
          </a:xfrm>
          <a:prstGeom prst="rect">
            <a:avLst/>
          </a:prstGeom>
        </p:spPr>
      </p:pic>
      <p:pic>
        <p:nvPicPr>
          <p:cNvPr id="39" name="Picture 38" descr="asset_038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893718" y="2446734"/>
            <a:ext cx="166687" cy="148828"/>
          </a:xfrm>
          <a:prstGeom prst="rect">
            <a:avLst/>
          </a:prstGeom>
        </p:spPr>
      </p:pic>
      <p:pic>
        <p:nvPicPr>
          <p:cNvPr id="40" name="Picture 39" descr="asset_039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256484" y="2470546"/>
            <a:ext cx="244078" cy="172640"/>
          </a:xfrm>
          <a:prstGeom prst="rect">
            <a:avLst/>
          </a:prstGeom>
        </p:spPr>
      </p:pic>
      <p:pic>
        <p:nvPicPr>
          <p:cNvPr id="41" name="Picture 40" descr="asset_040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26140" y="2482453"/>
            <a:ext cx="339328" cy="333374"/>
          </a:xfrm>
          <a:prstGeom prst="rect">
            <a:avLst/>
          </a:prstGeom>
        </p:spPr>
      </p:pic>
      <p:pic>
        <p:nvPicPr>
          <p:cNvPr id="42" name="Picture 41" descr="asset_041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845968" y="2500312"/>
            <a:ext cx="339328" cy="660796"/>
          </a:xfrm>
          <a:prstGeom prst="rect">
            <a:avLst/>
          </a:prstGeom>
        </p:spPr>
      </p:pic>
      <p:pic>
        <p:nvPicPr>
          <p:cNvPr id="43" name="Picture 42" descr="asset_042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881437" y="2524124"/>
            <a:ext cx="196453" cy="23812"/>
          </a:xfrm>
          <a:prstGeom prst="rect">
            <a:avLst/>
          </a:prstGeom>
        </p:spPr>
      </p:pic>
      <p:pic>
        <p:nvPicPr>
          <p:cNvPr id="44" name="Picture 43" descr="asset_043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899421" y="2541984"/>
            <a:ext cx="130968" cy="23812"/>
          </a:xfrm>
          <a:prstGeom prst="rect">
            <a:avLst/>
          </a:prstGeom>
        </p:spPr>
      </p:pic>
      <p:pic>
        <p:nvPicPr>
          <p:cNvPr id="45" name="Picture 44" descr="asset_044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369718" y="2595562"/>
            <a:ext cx="291703" cy="232171"/>
          </a:xfrm>
          <a:prstGeom prst="rect">
            <a:avLst/>
          </a:prstGeom>
        </p:spPr>
      </p:pic>
      <p:pic>
        <p:nvPicPr>
          <p:cNvPr id="46" name="Picture 45" descr="asset_045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262687" y="2607468"/>
            <a:ext cx="113109" cy="29765"/>
          </a:xfrm>
          <a:prstGeom prst="rect">
            <a:avLst/>
          </a:prstGeom>
        </p:spPr>
      </p:pic>
      <p:pic>
        <p:nvPicPr>
          <p:cNvPr id="47" name="Picture 46" descr="asset_046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851671" y="2613421"/>
            <a:ext cx="666749" cy="541734"/>
          </a:xfrm>
          <a:prstGeom prst="rect">
            <a:avLst/>
          </a:prstGeom>
        </p:spPr>
      </p:pic>
      <p:pic>
        <p:nvPicPr>
          <p:cNvPr id="48" name="Picture 47" descr="asset_047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929437" y="2649140"/>
            <a:ext cx="238124" cy="125015"/>
          </a:xfrm>
          <a:prstGeom prst="rect">
            <a:avLst/>
          </a:prstGeom>
        </p:spPr>
      </p:pic>
      <p:pic>
        <p:nvPicPr>
          <p:cNvPr id="49" name="Picture 48" descr="asset_048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977062" y="2655093"/>
            <a:ext cx="154781" cy="23812"/>
          </a:xfrm>
          <a:prstGeom prst="rect">
            <a:avLst/>
          </a:prstGeom>
        </p:spPr>
      </p:pic>
      <p:pic>
        <p:nvPicPr>
          <p:cNvPr id="50" name="Picture 49" descr="asset_049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268640" y="2720578"/>
            <a:ext cx="273843" cy="136921"/>
          </a:xfrm>
          <a:prstGeom prst="rect">
            <a:avLst/>
          </a:prstGeom>
        </p:spPr>
      </p:pic>
      <p:pic>
        <p:nvPicPr>
          <p:cNvPr id="51" name="Picture 50" descr="asset_050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881937" y="2774156"/>
            <a:ext cx="1059656" cy="952499"/>
          </a:xfrm>
          <a:prstGeom prst="rect">
            <a:avLst/>
          </a:prstGeom>
        </p:spPr>
      </p:pic>
      <p:pic>
        <p:nvPicPr>
          <p:cNvPr id="52" name="Picture 51" descr="asset_051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947046" y="2786062"/>
            <a:ext cx="172640" cy="5953"/>
          </a:xfrm>
          <a:prstGeom prst="rect">
            <a:avLst/>
          </a:prstGeom>
        </p:spPr>
      </p:pic>
      <p:pic>
        <p:nvPicPr>
          <p:cNvPr id="53" name="Picture 52" descr="asset_052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548062" y="2797968"/>
            <a:ext cx="59531" cy="154781"/>
          </a:xfrm>
          <a:prstGeom prst="rect">
            <a:avLst/>
          </a:prstGeom>
        </p:spPr>
      </p:pic>
      <p:pic>
        <p:nvPicPr>
          <p:cNvPr id="54" name="Picture 53" descr="asset_053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531077" y="2803921"/>
            <a:ext cx="1190624" cy="619124"/>
          </a:xfrm>
          <a:prstGeom prst="rect">
            <a:avLst/>
          </a:prstGeom>
        </p:spPr>
      </p:pic>
      <p:pic>
        <p:nvPicPr>
          <p:cNvPr id="55" name="Picture 54" descr="asset_054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548187" y="2815828"/>
            <a:ext cx="11906" cy="345281"/>
          </a:xfrm>
          <a:prstGeom prst="rect">
            <a:avLst/>
          </a:prstGeom>
        </p:spPr>
      </p:pic>
      <p:pic>
        <p:nvPicPr>
          <p:cNvPr id="56" name="Picture 55" descr="asset_055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566296" y="2815828"/>
            <a:ext cx="113109" cy="345281"/>
          </a:xfrm>
          <a:prstGeom prst="rect">
            <a:avLst/>
          </a:prstGeom>
        </p:spPr>
      </p:pic>
      <p:pic>
        <p:nvPicPr>
          <p:cNvPr id="57" name="Picture 56" descr="asset_056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929437" y="2857499"/>
            <a:ext cx="208359" cy="35718"/>
          </a:xfrm>
          <a:prstGeom prst="rect">
            <a:avLst/>
          </a:prstGeom>
        </p:spPr>
      </p:pic>
      <p:pic>
        <p:nvPicPr>
          <p:cNvPr id="58" name="Picture 57" descr="asset_057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697390" y="2863453"/>
            <a:ext cx="59531" cy="113109"/>
          </a:xfrm>
          <a:prstGeom prst="rect">
            <a:avLst/>
          </a:prstGeom>
        </p:spPr>
      </p:pic>
      <p:pic>
        <p:nvPicPr>
          <p:cNvPr id="59" name="Picture 58" descr="asset_058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048624" y="2881312"/>
            <a:ext cx="321468" cy="351234"/>
          </a:xfrm>
          <a:prstGeom prst="rect">
            <a:avLst/>
          </a:prstGeom>
        </p:spPr>
      </p:pic>
      <p:pic>
        <p:nvPicPr>
          <p:cNvPr id="60" name="Picture 59" descr="asset_059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3589734" y="2887265"/>
            <a:ext cx="3929062" cy="2083593"/>
          </a:xfrm>
          <a:prstGeom prst="rect">
            <a:avLst/>
          </a:prstGeom>
        </p:spPr>
      </p:pic>
      <p:pic>
        <p:nvPicPr>
          <p:cNvPr id="61" name="Picture 60" descr="asset_060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0614421" y="2952749"/>
            <a:ext cx="303609" cy="297656"/>
          </a:xfrm>
          <a:prstGeom prst="rect">
            <a:avLst/>
          </a:prstGeom>
        </p:spPr>
      </p:pic>
      <p:pic>
        <p:nvPicPr>
          <p:cNvPr id="62" name="Picture 61" descr="asset_061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095999" y="2988468"/>
            <a:ext cx="440531" cy="172640"/>
          </a:xfrm>
          <a:prstGeom prst="rect">
            <a:avLst/>
          </a:prstGeom>
        </p:spPr>
      </p:pic>
      <p:pic>
        <p:nvPicPr>
          <p:cNvPr id="63" name="Picture 62" descr="asset_06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721452" y="3036093"/>
            <a:ext cx="65484" cy="17859"/>
          </a:xfrm>
          <a:prstGeom prst="rect">
            <a:avLst/>
          </a:prstGeom>
        </p:spPr>
      </p:pic>
      <p:pic>
        <p:nvPicPr>
          <p:cNvPr id="64" name="Picture 63" descr="asset_063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9626202" y="3042046"/>
            <a:ext cx="59531" cy="23812"/>
          </a:xfrm>
          <a:prstGeom prst="rect">
            <a:avLst/>
          </a:prstGeom>
        </p:spPr>
      </p:pic>
      <p:pic>
        <p:nvPicPr>
          <p:cNvPr id="65" name="Picture 64" descr="asset_064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822656" y="3042046"/>
            <a:ext cx="345281" cy="190499"/>
          </a:xfrm>
          <a:prstGeom prst="rect">
            <a:avLst/>
          </a:prstGeom>
        </p:spPr>
      </p:pic>
      <p:pic>
        <p:nvPicPr>
          <p:cNvPr id="66" name="Picture 65" descr="asset_065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9536906" y="3065859"/>
            <a:ext cx="53578" cy="29765"/>
          </a:xfrm>
          <a:prstGeom prst="rect">
            <a:avLst/>
          </a:prstGeom>
        </p:spPr>
      </p:pic>
      <p:pic>
        <p:nvPicPr>
          <p:cNvPr id="67" name="Picture 66" descr="asset_066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9453562" y="3101578"/>
            <a:ext cx="53578" cy="41671"/>
          </a:xfrm>
          <a:prstGeom prst="rect">
            <a:avLst/>
          </a:prstGeom>
        </p:spPr>
      </p:pic>
      <p:pic>
        <p:nvPicPr>
          <p:cNvPr id="68" name="Picture 67" descr="asset_067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3857624" y="3125390"/>
            <a:ext cx="654843" cy="35718"/>
          </a:xfrm>
          <a:prstGeom prst="rect">
            <a:avLst/>
          </a:prstGeom>
        </p:spPr>
      </p:pic>
      <p:pic>
        <p:nvPicPr>
          <p:cNvPr id="69" name="Picture 68" descr="asset_068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9382124" y="3155156"/>
            <a:ext cx="47624" cy="47624"/>
          </a:xfrm>
          <a:prstGeom prst="rect">
            <a:avLst/>
          </a:prstGeom>
        </p:spPr>
      </p:pic>
      <p:pic>
        <p:nvPicPr>
          <p:cNvPr id="70" name="Picture 69" descr="asset_069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15578" y="3184921"/>
            <a:ext cx="327421" cy="339328"/>
          </a:xfrm>
          <a:prstGeom prst="rect">
            <a:avLst/>
          </a:prstGeom>
        </p:spPr>
      </p:pic>
      <p:pic>
        <p:nvPicPr>
          <p:cNvPr id="71" name="Picture 70" descr="asset_070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785812" y="3208734"/>
            <a:ext cx="35718" cy="35718"/>
          </a:xfrm>
          <a:prstGeom prst="rect">
            <a:avLst/>
          </a:prstGeom>
        </p:spPr>
      </p:pic>
      <p:pic>
        <p:nvPicPr>
          <p:cNvPr id="72" name="Picture 71" descr="asset_071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280921" y="3220640"/>
            <a:ext cx="89296" cy="142874"/>
          </a:xfrm>
          <a:prstGeom prst="rect">
            <a:avLst/>
          </a:prstGeom>
        </p:spPr>
      </p:pic>
      <p:pic>
        <p:nvPicPr>
          <p:cNvPr id="73" name="Picture 72" descr="asset_072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0215562" y="3351609"/>
            <a:ext cx="35718" cy="125015"/>
          </a:xfrm>
          <a:prstGeom prst="rect">
            <a:avLst/>
          </a:prstGeom>
        </p:spPr>
      </p:pic>
      <p:pic>
        <p:nvPicPr>
          <p:cNvPr id="74" name="Picture 73" descr="asset_073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9269015" y="3393281"/>
            <a:ext cx="17859" cy="53578"/>
          </a:xfrm>
          <a:prstGeom prst="rect">
            <a:avLst/>
          </a:prstGeom>
        </p:spPr>
      </p:pic>
      <p:pic>
        <p:nvPicPr>
          <p:cNvPr id="75" name="Picture 74" descr="asset_074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3780234" y="3423046"/>
            <a:ext cx="1494234" cy="500062"/>
          </a:xfrm>
          <a:prstGeom prst="rect">
            <a:avLst/>
          </a:prstGeom>
          <a:solidFill>
            <a:srgbClr val="F0F4FD"/>
          </a:solidFill>
        </p:spPr>
      </p:pic>
      <p:pic>
        <p:nvPicPr>
          <p:cNvPr id="76" name="Picture 75" descr="asset_075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5756671" y="3423046"/>
            <a:ext cx="1541859" cy="500062"/>
          </a:xfrm>
          <a:prstGeom prst="rect">
            <a:avLst/>
          </a:prstGeom>
          <a:solidFill>
            <a:srgbClr val="F0F4FD"/>
          </a:solidFill>
        </p:spPr>
      </p:pic>
      <p:pic>
        <p:nvPicPr>
          <p:cNvPr id="77" name="Picture 76" descr="asset_076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10715624" y="3464718"/>
            <a:ext cx="464343" cy="625078"/>
          </a:xfrm>
          <a:prstGeom prst="rect">
            <a:avLst/>
          </a:prstGeom>
        </p:spPr>
      </p:pic>
      <p:pic>
        <p:nvPicPr>
          <p:cNvPr id="78" name="Picture 77" descr="asset_077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9263062" y="3482578"/>
            <a:ext cx="23812" cy="53578"/>
          </a:xfrm>
          <a:prstGeom prst="rect">
            <a:avLst/>
          </a:prstGeom>
        </p:spPr>
      </p:pic>
      <p:pic>
        <p:nvPicPr>
          <p:cNvPr id="79" name="Picture 78" descr="asset_078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10179843" y="3512343"/>
            <a:ext cx="89296" cy="101203"/>
          </a:xfrm>
          <a:prstGeom prst="rect">
            <a:avLst/>
          </a:prstGeom>
        </p:spPr>
      </p:pic>
      <p:pic>
        <p:nvPicPr>
          <p:cNvPr id="80" name="Picture 79" descr="asset_079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3857624" y="3530203"/>
            <a:ext cx="226218" cy="273843"/>
          </a:xfrm>
          <a:prstGeom prst="rect">
            <a:avLst/>
          </a:prstGeom>
        </p:spPr>
      </p:pic>
      <p:pic>
        <p:nvPicPr>
          <p:cNvPr id="81" name="Picture 80" descr="asset_080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5840015" y="3530203"/>
            <a:ext cx="261937" cy="285749"/>
          </a:xfrm>
          <a:prstGeom prst="rect">
            <a:avLst/>
          </a:prstGeom>
        </p:spPr>
      </p:pic>
      <p:pic>
        <p:nvPicPr>
          <p:cNvPr id="82" name="Picture 81" descr="asset_081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892968" y="3542109"/>
            <a:ext cx="142874" cy="71437"/>
          </a:xfrm>
          <a:prstGeom prst="rect">
            <a:avLst/>
          </a:prstGeom>
        </p:spPr>
      </p:pic>
      <p:pic>
        <p:nvPicPr>
          <p:cNvPr id="83" name="Picture 82" descr="asset_082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9280921" y="3571874"/>
            <a:ext cx="35718" cy="65484"/>
          </a:xfrm>
          <a:prstGeom prst="rect">
            <a:avLst/>
          </a:prstGeom>
        </p:spPr>
      </p:pic>
      <p:pic>
        <p:nvPicPr>
          <p:cNvPr id="84" name="Picture 83" descr="asset_083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10173890" y="3637359"/>
            <a:ext cx="35718" cy="53578"/>
          </a:xfrm>
          <a:prstGeom prst="rect">
            <a:avLst/>
          </a:prstGeom>
        </p:spPr>
      </p:pic>
      <p:pic>
        <p:nvPicPr>
          <p:cNvPr id="85" name="Picture 84" descr="asset_084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9328546" y="3667124"/>
            <a:ext cx="41671" cy="59531"/>
          </a:xfrm>
          <a:prstGeom prst="rect">
            <a:avLst/>
          </a:prstGeom>
        </p:spPr>
      </p:pic>
      <p:pic>
        <p:nvPicPr>
          <p:cNvPr id="86" name="Picture 85" descr="asset_085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10108405" y="3714749"/>
            <a:ext cx="47624" cy="53578"/>
          </a:xfrm>
          <a:prstGeom prst="rect">
            <a:avLst/>
          </a:prstGeom>
        </p:spPr>
      </p:pic>
      <p:pic>
        <p:nvPicPr>
          <p:cNvPr id="87" name="Picture 86" descr="asset_086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9394031" y="3750468"/>
            <a:ext cx="53578" cy="47624"/>
          </a:xfrm>
          <a:prstGeom prst="rect">
            <a:avLst/>
          </a:prstGeom>
        </p:spPr>
      </p:pic>
      <p:pic>
        <p:nvPicPr>
          <p:cNvPr id="88" name="Picture 87" descr="asset_087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8453437" y="3774281"/>
            <a:ext cx="351234" cy="321468"/>
          </a:xfrm>
          <a:prstGeom prst="rect">
            <a:avLst/>
          </a:prstGeom>
        </p:spPr>
      </p:pic>
      <p:pic>
        <p:nvPicPr>
          <p:cNvPr id="89" name="Picture 88" descr="asset_088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10025062" y="3786187"/>
            <a:ext cx="59531" cy="47624"/>
          </a:xfrm>
          <a:prstGeom prst="rect">
            <a:avLst/>
          </a:prstGeom>
        </p:spPr>
      </p:pic>
      <p:pic>
        <p:nvPicPr>
          <p:cNvPr id="90" name="Picture 89" descr="asset_089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9477374" y="3815953"/>
            <a:ext cx="59531" cy="41671"/>
          </a:xfrm>
          <a:prstGeom prst="rect">
            <a:avLst/>
          </a:prstGeom>
        </p:spPr>
      </p:pic>
      <p:pic>
        <p:nvPicPr>
          <p:cNvPr id="91" name="Picture 90" descr="asset_090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9941718" y="3839765"/>
            <a:ext cx="59531" cy="35718"/>
          </a:xfrm>
          <a:prstGeom prst="rect">
            <a:avLst/>
          </a:prstGeom>
        </p:spPr>
      </p:pic>
      <p:pic>
        <p:nvPicPr>
          <p:cNvPr id="92" name="Picture 91" descr="asset_091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9566671" y="3857624"/>
            <a:ext cx="59531" cy="29765"/>
          </a:xfrm>
          <a:prstGeom prst="rect">
            <a:avLst/>
          </a:prstGeom>
        </p:spPr>
      </p:pic>
      <p:pic>
        <p:nvPicPr>
          <p:cNvPr id="93" name="Picture 92" descr="asset_092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9858374" y="3875484"/>
            <a:ext cx="53578" cy="23812"/>
          </a:xfrm>
          <a:prstGeom prst="rect">
            <a:avLst/>
          </a:prstGeom>
        </p:spPr>
      </p:pic>
      <p:pic>
        <p:nvPicPr>
          <p:cNvPr id="94" name="Picture 93" descr="asset_093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9661921" y="3887390"/>
            <a:ext cx="53578" cy="17859"/>
          </a:xfrm>
          <a:prstGeom prst="rect">
            <a:avLst/>
          </a:prstGeom>
        </p:spPr>
      </p:pic>
      <p:pic>
        <p:nvPicPr>
          <p:cNvPr id="95" name="Picture 94" descr="asset_094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9757171" y="3893343"/>
            <a:ext cx="59531" cy="17859"/>
          </a:xfrm>
          <a:prstGeom prst="rect">
            <a:avLst/>
          </a:prstGeom>
        </p:spPr>
      </p:pic>
      <p:pic>
        <p:nvPicPr>
          <p:cNvPr id="96" name="Picture 95" descr="asset_095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773906" y="3958828"/>
            <a:ext cx="375046" cy="422671"/>
          </a:xfrm>
          <a:prstGeom prst="rect">
            <a:avLst/>
          </a:prstGeom>
        </p:spPr>
      </p:pic>
      <p:pic>
        <p:nvPicPr>
          <p:cNvPr id="97" name="Picture 96" descr="asset_096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8876109" y="3970734"/>
            <a:ext cx="1762124" cy="565546"/>
          </a:xfrm>
          <a:prstGeom prst="rect">
            <a:avLst/>
          </a:prstGeom>
        </p:spPr>
      </p:pic>
      <p:pic>
        <p:nvPicPr>
          <p:cNvPr id="98" name="Picture 97" descr="asset_097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4452937" y="4036218"/>
            <a:ext cx="244078" cy="214312"/>
          </a:xfrm>
          <a:prstGeom prst="rect">
            <a:avLst/>
          </a:prstGeom>
        </p:spPr>
      </p:pic>
      <p:pic>
        <p:nvPicPr>
          <p:cNvPr id="99" name="Picture 98" descr="asset_098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6530577" y="4036218"/>
            <a:ext cx="65484" cy="190499"/>
          </a:xfrm>
          <a:prstGeom prst="rect">
            <a:avLst/>
          </a:prstGeom>
        </p:spPr>
      </p:pic>
      <p:pic>
        <p:nvPicPr>
          <p:cNvPr id="100" name="Picture 99" descr="asset_099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9024937" y="4101703"/>
            <a:ext cx="285749" cy="291703"/>
          </a:xfrm>
          <a:prstGeom prst="rect">
            <a:avLst/>
          </a:prstGeom>
        </p:spPr>
      </p:pic>
      <p:pic>
        <p:nvPicPr>
          <p:cNvPr id="101" name="Picture 100" descr="asset_100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4726781" y="4232671"/>
            <a:ext cx="53578" cy="17859"/>
          </a:xfrm>
          <a:prstGeom prst="rect">
            <a:avLst/>
          </a:prstGeom>
        </p:spPr>
      </p:pic>
      <p:pic>
        <p:nvPicPr>
          <p:cNvPr id="102" name="Picture 101" descr="asset_101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810124" y="4232671"/>
            <a:ext cx="702468" cy="41671"/>
          </a:xfrm>
          <a:prstGeom prst="rect">
            <a:avLst/>
          </a:prstGeom>
        </p:spPr>
      </p:pic>
      <p:pic>
        <p:nvPicPr>
          <p:cNvPr id="103" name="Picture 102" descr="asset_102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5518546" y="4232671"/>
            <a:ext cx="1035843" cy="17859"/>
          </a:xfrm>
          <a:prstGeom prst="rect">
            <a:avLst/>
          </a:prstGeom>
        </p:spPr>
      </p:pic>
      <p:pic>
        <p:nvPicPr>
          <p:cNvPr id="104" name="Picture 103" descr="asset_103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464968" y="4292203"/>
            <a:ext cx="77390" cy="107156"/>
          </a:xfrm>
          <a:prstGeom prst="rect">
            <a:avLst/>
          </a:prstGeom>
        </p:spPr>
      </p:pic>
      <p:pic>
        <p:nvPicPr>
          <p:cNvPr id="105" name="Picture 104" descr="asset_104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530328" y="4405312"/>
            <a:ext cx="1904999" cy="494109"/>
          </a:xfrm>
          <a:prstGeom prst="rect">
            <a:avLst/>
          </a:prstGeom>
          <a:solidFill>
            <a:srgbClr val="F0F4FD"/>
          </a:solidFill>
        </p:spPr>
      </p:pic>
      <p:pic>
        <p:nvPicPr>
          <p:cNvPr id="106" name="Picture 105" descr="asset_105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4655343" y="4500562"/>
            <a:ext cx="250031" cy="315515"/>
          </a:xfrm>
          <a:prstGeom prst="rect">
            <a:avLst/>
          </a:prstGeom>
        </p:spPr>
      </p:pic>
      <p:pic>
        <p:nvPicPr>
          <p:cNvPr id="107" name="Picture 106" descr="asset_106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601265" y="4554140"/>
            <a:ext cx="2339578" cy="297656"/>
          </a:xfrm>
          <a:prstGeom prst="rect">
            <a:avLst/>
          </a:prstGeom>
        </p:spPr>
      </p:pic>
      <p:pic>
        <p:nvPicPr>
          <p:cNvPr id="108" name="Picture 107" descr="asset_107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7893843" y="4589859"/>
            <a:ext cx="3768328" cy="309562"/>
          </a:xfrm>
          <a:prstGeom prst="rect">
            <a:avLst/>
          </a:prstGeom>
        </p:spPr>
      </p:pic>
      <p:pic>
        <p:nvPicPr>
          <p:cNvPr id="109" name="Picture 108" descr="asset_108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7911702" y="4607718"/>
            <a:ext cx="3732609" cy="273843"/>
          </a:xfrm>
          <a:prstGeom prst="rect">
            <a:avLst/>
          </a:prstGeom>
        </p:spPr>
      </p:pic>
      <p:pic>
        <p:nvPicPr>
          <p:cNvPr id="110" name="Picture 109" descr="asset_109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7995046" y="4649390"/>
            <a:ext cx="214312" cy="196453"/>
          </a:xfrm>
          <a:prstGeom prst="rect">
            <a:avLst/>
          </a:prstGeom>
        </p:spPr>
      </p:pic>
      <p:pic>
        <p:nvPicPr>
          <p:cNvPr id="111" name="Picture 110" descr="asset_110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416718" y="5131593"/>
            <a:ext cx="11346655" cy="1059656"/>
          </a:xfrm>
          <a:prstGeom prst="rect">
            <a:avLst/>
          </a:prstGeom>
        </p:spPr>
      </p:pic>
      <p:pic>
        <p:nvPicPr>
          <p:cNvPr id="112" name="Picture 111" descr="asset_111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3167062" y="5286374"/>
            <a:ext cx="1452562" cy="809624"/>
          </a:xfrm>
          <a:prstGeom prst="rect">
            <a:avLst/>
          </a:prstGeom>
        </p:spPr>
      </p:pic>
      <p:pic>
        <p:nvPicPr>
          <p:cNvPr id="113" name="Picture 112" descr="asset_112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4679156" y="5286374"/>
            <a:ext cx="1446609" cy="809624"/>
          </a:xfrm>
          <a:prstGeom prst="rect">
            <a:avLst/>
          </a:prstGeom>
        </p:spPr>
      </p:pic>
      <p:pic>
        <p:nvPicPr>
          <p:cNvPr id="114" name="Picture 113" descr="asset_113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6185296" y="5286374"/>
            <a:ext cx="1452562" cy="809624"/>
          </a:xfrm>
          <a:prstGeom prst="rect">
            <a:avLst/>
          </a:prstGeom>
        </p:spPr>
      </p:pic>
      <p:pic>
        <p:nvPicPr>
          <p:cNvPr id="115" name="Picture 114" descr="asset_114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7697390" y="5286374"/>
            <a:ext cx="1440656" cy="809624"/>
          </a:xfrm>
          <a:prstGeom prst="rect">
            <a:avLst/>
          </a:prstGeom>
        </p:spPr>
      </p:pic>
      <p:pic>
        <p:nvPicPr>
          <p:cNvPr id="116" name="Picture 115" descr="asset_115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9513093" y="5298281"/>
            <a:ext cx="1970484" cy="791765"/>
          </a:xfrm>
          <a:prstGeom prst="rect">
            <a:avLst/>
          </a:prstGeom>
        </p:spPr>
      </p:pic>
      <p:pic>
        <p:nvPicPr>
          <p:cNvPr id="117" name="Picture 116" descr="asset_116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535781" y="5345906"/>
            <a:ext cx="369093" cy="273843"/>
          </a:xfrm>
          <a:prstGeom prst="rect">
            <a:avLst/>
          </a:prstGeom>
        </p:spPr>
      </p:pic>
      <p:pic>
        <p:nvPicPr>
          <p:cNvPr id="118" name="Picture 117" descr="asset_117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648890" y="5441156"/>
            <a:ext cx="130968" cy="89296"/>
          </a:xfrm>
          <a:prstGeom prst="rect">
            <a:avLst/>
          </a:prstGeom>
        </p:spPr>
      </p:pic>
      <p:pic>
        <p:nvPicPr>
          <p:cNvPr id="119" name="Picture 118" descr="asset_118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4816078" y="5441156"/>
            <a:ext cx="369093" cy="452437"/>
          </a:xfrm>
          <a:prstGeom prst="rect">
            <a:avLst/>
          </a:prstGeom>
        </p:spPr>
      </p:pic>
      <p:pic>
        <p:nvPicPr>
          <p:cNvPr id="120" name="Picture 119" descr="asset_119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7846218" y="5441156"/>
            <a:ext cx="386953" cy="422671"/>
          </a:xfrm>
          <a:prstGeom prst="rect">
            <a:avLst/>
          </a:prstGeom>
        </p:spPr>
      </p:pic>
      <p:pic>
        <p:nvPicPr>
          <p:cNvPr id="121" name="Picture 120" descr="asset_120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9655968" y="5441156"/>
            <a:ext cx="500062" cy="500062"/>
          </a:xfrm>
          <a:prstGeom prst="rect">
            <a:avLst/>
          </a:prstGeom>
        </p:spPr>
      </p:pic>
      <p:pic>
        <p:nvPicPr>
          <p:cNvPr id="122" name="Picture 121" descr="asset_121.pn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6334124" y="5453062"/>
            <a:ext cx="357187" cy="273843"/>
          </a:xfrm>
          <a:prstGeom prst="rect">
            <a:avLst/>
          </a:prstGeom>
        </p:spPr>
      </p:pic>
      <p:pic>
        <p:nvPicPr>
          <p:cNvPr id="123" name="Picture 122" descr="asset_122.pn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3292078" y="5482827"/>
            <a:ext cx="369093" cy="398859"/>
          </a:xfrm>
          <a:prstGeom prst="rect">
            <a:avLst/>
          </a:prstGeom>
        </p:spPr>
      </p:pic>
      <p:pic>
        <p:nvPicPr>
          <p:cNvPr id="124" name="Picture 123" descr="asset_123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9185671" y="5578077"/>
            <a:ext cx="279796" cy="232171"/>
          </a:xfrm>
          <a:prstGeom prst="rect">
            <a:avLst/>
          </a:prstGeom>
        </p:spPr>
      </p:pic>
      <p:pic>
        <p:nvPicPr>
          <p:cNvPr id="125" name="Picture 124" descr="asset_124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142874" y="6203156"/>
            <a:ext cx="3750468" cy="565546"/>
          </a:xfrm>
          <a:prstGeom prst="rect">
            <a:avLst/>
          </a:prstGeom>
        </p:spPr>
      </p:pic>
      <p:pic>
        <p:nvPicPr>
          <p:cNvPr id="126" name="Picture 125" descr="asset_125.pn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11697890" y="6215062"/>
            <a:ext cx="184546" cy="59531"/>
          </a:xfrm>
          <a:prstGeom prst="rect">
            <a:avLst/>
          </a:prstGeom>
        </p:spPr>
      </p:pic>
      <p:pic>
        <p:nvPicPr>
          <p:cNvPr id="127" name="Picture 126" descr="asset_126.pn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172640" y="6232921"/>
            <a:ext cx="470296" cy="476249"/>
          </a:xfrm>
          <a:prstGeom prst="rect">
            <a:avLst/>
          </a:prstGeom>
        </p:spPr>
      </p:pic>
      <p:pic>
        <p:nvPicPr>
          <p:cNvPr id="128" name="Picture 127" descr="asset_127.png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11614546" y="6274593"/>
            <a:ext cx="369093" cy="434578"/>
          </a:xfrm>
          <a:prstGeom prst="rect">
            <a:avLst/>
          </a:prstGeom>
        </p:spPr>
      </p:pic>
      <p:pic>
        <p:nvPicPr>
          <p:cNvPr id="129" name="Picture 128" descr="asset_128.png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8995171" y="6274593"/>
            <a:ext cx="2696765" cy="434578"/>
          </a:xfrm>
          <a:prstGeom prst="rect">
            <a:avLst/>
          </a:prstGeom>
        </p:spPr>
      </p:pic>
      <p:pic>
        <p:nvPicPr>
          <p:cNvPr id="130" name="Picture 129" descr="asset_129.png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11703843" y="6274593"/>
            <a:ext cx="333374" cy="494109"/>
          </a:xfrm>
          <a:prstGeom prst="rect">
            <a:avLst/>
          </a:prstGeom>
        </p:spPr>
      </p:pic>
      <p:pic>
        <p:nvPicPr>
          <p:cNvPr id="131" name="Picture 130" descr="asset_130.png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11578827" y="6375796"/>
            <a:ext cx="29765" cy="160734"/>
          </a:xfrm>
          <a:prstGeom prst="rect">
            <a:avLst/>
          </a:prstGeom>
        </p:spPr>
      </p:pic>
      <p:pic>
        <p:nvPicPr>
          <p:cNvPr id="132" name="Picture 131" descr="asset_131.png"/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9495234" y="6399609"/>
            <a:ext cx="1125140" cy="142874"/>
          </a:xfrm>
          <a:prstGeom prst="rect">
            <a:avLst/>
          </a:prstGeom>
        </p:spPr>
      </p:pic>
      <p:pic>
        <p:nvPicPr>
          <p:cNvPr id="133" name="Picture 132" descr="asset_132.png"/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3899296" y="6423421"/>
            <a:ext cx="65484" cy="71437"/>
          </a:xfrm>
          <a:prstGeom prst="rect">
            <a:avLst/>
          </a:prstGeom>
        </p:spPr>
      </p:pic>
      <p:pic>
        <p:nvPicPr>
          <p:cNvPr id="134" name="Picture 133" descr="asset_133.png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4762499" y="6423421"/>
            <a:ext cx="3518296" cy="154781"/>
          </a:xfrm>
          <a:prstGeom prst="rect">
            <a:avLst/>
          </a:prstGeom>
        </p:spPr>
      </p:pic>
      <p:pic>
        <p:nvPicPr>
          <p:cNvPr id="135" name="Picture 134" descr="asset_134.png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8304609" y="6429374"/>
            <a:ext cx="678656" cy="47624"/>
          </a:xfrm>
          <a:prstGeom prst="rect">
            <a:avLst/>
          </a:prstGeom>
        </p:spPr>
      </p:pic>
      <p:pic>
        <p:nvPicPr>
          <p:cNvPr id="136" name="Picture 135" descr="asset_135.png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4161234" y="6435327"/>
            <a:ext cx="541734" cy="53578"/>
          </a:xfrm>
          <a:prstGeom prst="rect">
            <a:avLst/>
          </a:prstGeom>
        </p:spPr>
      </p:pic>
      <p:pic>
        <p:nvPicPr>
          <p:cNvPr id="137" name="Picture 136" descr="asset_136.png"/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767953" y="6494859"/>
            <a:ext cx="648890" cy="11906"/>
          </a:xfrm>
          <a:prstGeom prst="rect">
            <a:avLst/>
          </a:prstGeom>
        </p:spPr>
      </p:pic>
      <p:pic>
        <p:nvPicPr>
          <p:cNvPr id="138" name="Picture 137" descr="asset_137.png"/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2464593" y="6536531"/>
            <a:ext cx="881062" cy="17859"/>
          </a:xfrm>
          <a:prstGeom prst="rect">
            <a:avLst/>
          </a:prstGeom>
        </p:spPr>
      </p:pic>
      <p:pic>
        <p:nvPicPr>
          <p:cNvPr id="139" name="Picture 138" descr="asset_138.png"/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9953624" y="6548437"/>
            <a:ext cx="41671" cy="29765"/>
          </a:xfrm>
          <a:prstGeom prst="rect">
            <a:avLst/>
          </a:prstGeom>
        </p:spPr>
      </p:pic>
      <p:pic>
        <p:nvPicPr>
          <p:cNvPr id="140" name="Picture 139" descr="asset_139.png"/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1321593" y="6584156"/>
            <a:ext cx="47624" cy="47624"/>
          </a:xfrm>
          <a:prstGeom prst="rect">
            <a:avLst/>
          </a:prstGeom>
        </p:spPr>
      </p:pic>
      <p:sp>
        <p:nvSpPr>
          <p:cNvPr id="141" name="TextBox 1"/>
          <p:cNvSpPr txBox="1"/>
          <p:nvPr/>
        </p:nvSpPr>
        <p:spPr>
          <a:xfrm>
            <a:off x="428624" y="208359"/>
            <a:ext cx="3095624" cy="4881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200" b="1" i="0">
                <a:solidFill>
                  <a:srgbClr val="06246F"/>
                </a:solidFill>
                <a:latin typeface="微软雅黑" panose="020B0503020204020204" charset="-122"/>
              </a:rPr>
              <a:t>生成流水线</a:t>
            </a:r>
            <a:endParaRPr sz="4200" b="1" i="0">
              <a:solidFill>
                <a:srgbClr val="06246F"/>
              </a:solidFill>
              <a:latin typeface="微软雅黑" panose="020B0503020204020204" charset="-122"/>
            </a:endParaRPr>
          </a:p>
        </p:txBody>
      </p:sp>
      <p:sp>
        <p:nvSpPr>
          <p:cNvPr id="142" name="TextBox 2"/>
          <p:cNvSpPr txBox="1"/>
          <p:nvPr/>
        </p:nvSpPr>
        <p:spPr>
          <a:xfrm>
            <a:off x="428624" y="732234"/>
            <a:ext cx="4524374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183777"/>
                </a:solidFill>
                <a:latin typeface="微软雅黑" panose="020B0503020204020204" charset="-122"/>
              </a:rPr>
              <a:t>从用户输入到最终分层PPTX的闭环生成与回看校准</a:t>
            </a:r>
            <a:endParaRPr sz="1800" b="0" i="0">
              <a:solidFill>
                <a:srgbClr val="183777"/>
              </a:solidFill>
              <a:latin typeface="微软雅黑" panose="020B0503020204020204" charset="-122"/>
            </a:endParaRPr>
          </a:p>
        </p:txBody>
      </p:sp>
      <p:sp>
        <p:nvSpPr>
          <p:cNvPr id="144" name="TextBox 4"/>
          <p:cNvSpPr txBox="1"/>
          <p:nvPr/>
        </p:nvSpPr>
        <p:spPr>
          <a:xfrm>
            <a:off x="1035843" y="1160859"/>
            <a:ext cx="1964531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>
                <a:solidFill>
                  <a:srgbClr val="06246F"/>
                </a:solidFill>
                <a:latin typeface="微软雅黑" panose="020B0503020204020204" charset="-122"/>
              </a:rPr>
              <a:t>输入与规划阶段</a:t>
            </a:r>
            <a:endParaRPr b="1" i="0">
              <a:solidFill>
                <a:srgbClr val="06246F"/>
              </a:solidFill>
              <a:latin typeface="微软雅黑" panose="020B0503020204020204" charset="-122"/>
            </a:endParaRPr>
          </a:p>
        </p:txBody>
      </p:sp>
      <p:sp>
        <p:nvSpPr>
          <p:cNvPr id="145" name="TextBox 5"/>
          <p:cNvSpPr txBox="1"/>
          <p:nvPr/>
        </p:nvSpPr>
        <p:spPr>
          <a:xfrm>
            <a:off x="1381124" y="1587023"/>
            <a:ext cx="1071562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6246F"/>
                </a:solidFill>
                <a:latin typeface="微软雅黑" panose="020B0503020204020204" charset="-122"/>
              </a:rPr>
              <a:t>用户输入长文</a:t>
            </a:r>
            <a:endParaRPr sz="1400" b="1" i="0">
              <a:solidFill>
                <a:srgbClr val="06246F"/>
              </a:solidFill>
              <a:latin typeface="微软雅黑" panose="020B0503020204020204" charset="-122"/>
            </a:endParaRPr>
          </a:p>
        </p:txBody>
      </p:sp>
      <p:sp>
        <p:nvSpPr>
          <p:cNvPr id="146" name="TextBox 6"/>
          <p:cNvSpPr txBox="1"/>
          <p:nvPr/>
        </p:nvSpPr>
        <p:spPr>
          <a:xfrm>
            <a:off x="1381125" y="1815465"/>
            <a:ext cx="165354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B2E55"/>
                </a:solidFill>
                <a:latin typeface="微软雅黑" panose="020B0503020204020204" charset="-122"/>
              </a:rPr>
              <a:t>提供完整需求、核心信息与</a:t>
            </a:r>
            <a:endParaRPr sz="1000" b="0" i="0">
              <a:solidFill>
                <a:srgbClr val="1B2E5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B2E55"/>
                </a:solidFill>
                <a:latin typeface="微软雅黑" panose="020B0503020204020204" charset="-122"/>
              </a:rPr>
              <a:t>内容要点</a:t>
            </a:r>
            <a:endParaRPr sz="10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47" name="TextBox 7"/>
          <p:cNvSpPr txBox="1"/>
          <p:nvPr/>
        </p:nvSpPr>
        <p:spPr>
          <a:xfrm>
            <a:off x="1381124" y="2360929"/>
            <a:ext cx="892968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6246F"/>
                </a:solidFill>
                <a:latin typeface="微软雅黑" panose="020B0503020204020204" charset="-122"/>
              </a:rPr>
              <a:t>风格参考</a:t>
            </a:r>
            <a:endParaRPr sz="1400" b="1" i="0">
              <a:solidFill>
                <a:srgbClr val="06246F"/>
              </a:solidFill>
              <a:latin typeface="微软雅黑" panose="020B0503020204020204" charset="-122"/>
            </a:endParaRPr>
          </a:p>
        </p:txBody>
      </p:sp>
      <p:sp>
        <p:nvSpPr>
          <p:cNvPr id="148" name="TextBox 8"/>
          <p:cNvSpPr txBox="1"/>
          <p:nvPr/>
        </p:nvSpPr>
        <p:spPr>
          <a:xfrm>
            <a:off x="1381124" y="2589609"/>
            <a:ext cx="1518046" cy="285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B2E55"/>
                </a:solidFill>
                <a:latin typeface="微软雅黑" panose="020B0503020204020204" charset="-122"/>
              </a:rPr>
              <a:t>上传参考图或示例，确定</a:t>
            </a:r>
            <a:endParaRPr sz="1000" b="0" i="0">
              <a:solidFill>
                <a:srgbClr val="1B2E5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B2E55"/>
                </a:solidFill>
                <a:latin typeface="微软雅黑" panose="020B0503020204020204" charset="-122"/>
              </a:rPr>
              <a:t>整体风格与视觉方向</a:t>
            </a:r>
            <a:endParaRPr sz="10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49" name="TextBox 9"/>
          <p:cNvSpPr txBox="1"/>
          <p:nvPr/>
        </p:nvSpPr>
        <p:spPr>
          <a:xfrm>
            <a:off x="1381124" y="3164601"/>
            <a:ext cx="892968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6246F"/>
                </a:solidFill>
                <a:latin typeface="微软雅黑" panose="020B0503020204020204" charset="-122"/>
              </a:rPr>
              <a:t>内容规划</a:t>
            </a:r>
            <a:endParaRPr sz="1400" b="1" i="0">
              <a:solidFill>
                <a:srgbClr val="06246F"/>
              </a:solidFill>
              <a:latin typeface="微软雅黑" panose="020B0503020204020204" charset="-122"/>
            </a:endParaRPr>
          </a:p>
        </p:txBody>
      </p:sp>
      <p:sp>
        <p:nvSpPr>
          <p:cNvPr id="150" name="TextBox 10"/>
          <p:cNvSpPr txBox="1"/>
          <p:nvPr/>
        </p:nvSpPr>
        <p:spPr>
          <a:xfrm>
            <a:off x="1381124" y="3393281"/>
            <a:ext cx="1488281" cy="2857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B2E55"/>
                </a:solidFill>
                <a:latin typeface="微软雅黑" panose="020B0503020204020204" charset="-122"/>
              </a:rPr>
              <a:t>梳理信息结构，确定页面</a:t>
            </a:r>
            <a:endParaRPr sz="1000" b="0" i="0">
              <a:solidFill>
                <a:srgbClr val="1B2E5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B2E55"/>
                </a:solidFill>
                <a:latin typeface="微软雅黑" panose="020B0503020204020204" charset="-122"/>
              </a:rPr>
              <a:t>层级与逻辑框架</a:t>
            </a:r>
            <a:endParaRPr sz="10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51" name="TextBox 11"/>
          <p:cNvSpPr txBox="1"/>
          <p:nvPr/>
        </p:nvSpPr>
        <p:spPr>
          <a:xfrm>
            <a:off x="1381124" y="3938508"/>
            <a:ext cx="892968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6246F"/>
                </a:solidFill>
                <a:latin typeface="微软雅黑" panose="020B0503020204020204" charset="-122"/>
              </a:rPr>
              <a:t>页面设计</a:t>
            </a:r>
            <a:endParaRPr sz="1400" b="1" i="0">
              <a:solidFill>
                <a:srgbClr val="06246F"/>
              </a:solidFill>
              <a:latin typeface="微软雅黑" panose="020B0503020204020204" charset="-122"/>
            </a:endParaRPr>
          </a:p>
        </p:txBody>
      </p:sp>
      <p:sp>
        <p:nvSpPr>
          <p:cNvPr id="152" name="TextBox 12"/>
          <p:cNvSpPr txBox="1"/>
          <p:nvPr/>
        </p:nvSpPr>
        <p:spPr>
          <a:xfrm>
            <a:off x="1381125" y="4166870"/>
            <a:ext cx="1796415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B2E55"/>
                </a:solidFill>
                <a:latin typeface="微软雅黑" panose="020B0503020204020204" charset="-122"/>
              </a:rPr>
              <a:t>完成版式布局、组件选择与</a:t>
            </a:r>
            <a:endParaRPr sz="1000" b="0" i="0">
              <a:solidFill>
                <a:srgbClr val="1B2E5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B2E55"/>
                </a:solidFill>
                <a:latin typeface="微软雅黑" panose="020B0503020204020204" charset="-122"/>
              </a:rPr>
              <a:t>视觉规范设计</a:t>
            </a:r>
            <a:endParaRPr sz="10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53" name="TextBox 13"/>
          <p:cNvSpPr txBox="1"/>
          <p:nvPr/>
        </p:nvSpPr>
        <p:spPr>
          <a:xfrm>
            <a:off x="958373" y="4612957"/>
            <a:ext cx="1696640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输出：页面设计稿与结构脚本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5" name="TextBox 15"/>
          <p:cNvSpPr txBox="1"/>
          <p:nvPr/>
        </p:nvSpPr>
        <p:spPr>
          <a:xfrm>
            <a:off x="4262437" y="1160859"/>
            <a:ext cx="2619374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>
                <a:solidFill>
                  <a:srgbClr val="06246F"/>
                </a:solidFill>
                <a:latin typeface="微软雅黑" panose="020B0503020204020204" charset="-122"/>
              </a:rPr>
              <a:t>图像生成（资产拆分）</a:t>
            </a:r>
            <a:endParaRPr b="1" i="0">
              <a:solidFill>
                <a:srgbClr val="06246F"/>
              </a:solidFill>
              <a:latin typeface="微软雅黑" panose="020B0503020204020204" charset="-122"/>
            </a:endParaRPr>
          </a:p>
        </p:txBody>
      </p:sp>
      <p:sp>
        <p:nvSpPr>
          <p:cNvPr id="156" name="TextBox 16"/>
          <p:cNvSpPr txBox="1"/>
          <p:nvPr/>
        </p:nvSpPr>
        <p:spPr>
          <a:xfrm>
            <a:off x="3869531" y="1672828"/>
            <a:ext cx="470296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7" name="TextBox 17"/>
          <p:cNvSpPr txBox="1"/>
          <p:nvPr/>
        </p:nvSpPr>
        <p:spPr>
          <a:xfrm>
            <a:off x="4429124" y="1696640"/>
            <a:ext cx="565546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0646B8"/>
                </a:solidFill>
                <a:latin typeface="微软雅黑" panose="020B0503020204020204" charset="-122"/>
              </a:rPr>
              <a:t>原稿图</a:t>
            </a:r>
            <a:endParaRPr sz="1600" b="1" i="0">
              <a:solidFill>
                <a:srgbClr val="0646B8"/>
              </a:solidFill>
              <a:latin typeface="微软雅黑" panose="020B0503020204020204" charset="-122"/>
            </a:endParaRPr>
          </a:p>
        </p:txBody>
      </p:sp>
      <p:sp>
        <p:nvSpPr>
          <p:cNvPr id="158" name="TextBox 18"/>
          <p:cNvSpPr txBox="1"/>
          <p:nvPr/>
        </p:nvSpPr>
        <p:spPr>
          <a:xfrm>
            <a:off x="3881437" y="1958578"/>
            <a:ext cx="1369218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B2E55"/>
                </a:solidFill>
                <a:latin typeface="微软雅黑" panose="020B0503020204020204" charset="-122"/>
              </a:rPr>
              <a:t>保留文字用于视觉对齐</a:t>
            </a:r>
            <a:endParaRPr sz="13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59" name="TextBox 19"/>
          <p:cNvSpPr txBox="1"/>
          <p:nvPr/>
        </p:nvSpPr>
        <p:spPr>
          <a:xfrm>
            <a:off x="4173140" y="3554015"/>
            <a:ext cx="1131093" cy="309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2E55"/>
                </a:solidFill>
                <a:latin typeface="微软雅黑" panose="020B0503020204020204" charset="-122"/>
              </a:rPr>
              <a:t>包含完整文字与标注</a:t>
            </a:r>
            <a:endParaRPr sz="800" b="0" i="0">
              <a:solidFill>
                <a:srgbClr val="1B2E5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2E55"/>
                </a:solidFill>
                <a:latin typeface="微软雅黑" panose="020B0503020204020204" charset="-122"/>
              </a:rPr>
              <a:t>用于结构对齐与版面参考</a:t>
            </a:r>
            <a:endParaRPr sz="8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60" name="TextBox 20"/>
          <p:cNvSpPr txBox="1"/>
          <p:nvPr/>
        </p:nvSpPr>
        <p:spPr>
          <a:xfrm>
            <a:off x="5804296" y="1672828"/>
            <a:ext cx="470296" cy="190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1" name="TextBox 21"/>
          <p:cNvSpPr txBox="1"/>
          <p:nvPr/>
        </p:nvSpPr>
        <p:spPr>
          <a:xfrm>
            <a:off x="6346031" y="1696640"/>
            <a:ext cx="565546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0646B8"/>
                </a:solidFill>
                <a:latin typeface="微软雅黑" panose="020B0503020204020204" charset="-122"/>
              </a:rPr>
              <a:t>元素图</a:t>
            </a:r>
            <a:endParaRPr sz="1600" b="1" i="0">
              <a:solidFill>
                <a:srgbClr val="0646B8"/>
              </a:solidFill>
              <a:latin typeface="微软雅黑" panose="020B0503020204020204" charset="-122"/>
            </a:endParaRPr>
          </a:p>
        </p:txBody>
      </p:sp>
      <p:sp>
        <p:nvSpPr>
          <p:cNvPr id="162" name="TextBox 22"/>
          <p:cNvSpPr txBox="1"/>
          <p:nvPr/>
        </p:nvSpPr>
        <p:spPr>
          <a:xfrm>
            <a:off x="5875734" y="1958578"/>
            <a:ext cx="1309687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1B2E55"/>
                </a:solidFill>
                <a:latin typeface="微软雅黑" panose="020B0503020204020204" charset="-122"/>
              </a:rPr>
              <a:t>去文字用于背景资产</a:t>
            </a:r>
            <a:endParaRPr sz="13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63" name="TextBox 23"/>
          <p:cNvSpPr txBox="1"/>
          <p:nvPr/>
        </p:nvSpPr>
        <p:spPr>
          <a:xfrm>
            <a:off x="6179343" y="3554015"/>
            <a:ext cx="1309687" cy="3095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2E55"/>
                </a:solidFill>
                <a:latin typeface="微软雅黑" panose="020B0503020204020204" charset="-122"/>
              </a:rPr>
              <a:t>保留形状、图标、图表等</a:t>
            </a:r>
            <a:endParaRPr sz="800" b="0" i="0">
              <a:solidFill>
                <a:srgbClr val="1B2E5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2E55"/>
                </a:solidFill>
                <a:latin typeface="微软雅黑" panose="020B0503020204020204" charset="-122"/>
              </a:rPr>
              <a:t>可复用为背景资产</a:t>
            </a:r>
            <a:endParaRPr sz="8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64" name="TextBox 24"/>
          <p:cNvSpPr txBox="1"/>
          <p:nvPr/>
        </p:nvSpPr>
        <p:spPr>
          <a:xfrm>
            <a:off x="5048249" y="4518421"/>
            <a:ext cx="1220390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646B8"/>
                </a:solidFill>
                <a:latin typeface="微软雅黑" panose="020B0503020204020204" charset="-122"/>
              </a:rPr>
              <a:t>资产库沉淀与复用</a:t>
            </a:r>
            <a:endParaRPr sz="1200" b="1" i="0">
              <a:solidFill>
                <a:srgbClr val="0646B8"/>
              </a:solidFill>
              <a:latin typeface="微软雅黑" panose="020B0503020204020204" charset="-122"/>
            </a:endParaRPr>
          </a:p>
        </p:txBody>
      </p:sp>
      <p:sp>
        <p:nvSpPr>
          <p:cNvPr id="165" name="TextBox 25"/>
          <p:cNvSpPr txBox="1"/>
          <p:nvPr/>
        </p:nvSpPr>
        <p:spPr>
          <a:xfrm>
            <a:off x="5048249" y="4702968"/>
            <a:ext cx="1458515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B2E55"/>
                </a:solidFill>
                <a:latin typeface="微软雅黑" panose="020B0503020204020204" charset="-122"/>
              </a:rPr>
              <a:t>图表 / 组件 / 背景 / 布局</a:t>
            </a:r>
            <a:endParaRPr sz="9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67" name="TextBox 27"/>
          <p:cNvSpPr txBox="1"/>
          <p:nvPr/>
        </p:nvSpPr>
        <p:spPr>
          <a:xfrm>
            <a:off x="8333501" y="1124664"/>
            <a:ext cx="3095624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>
                <a:solidFill>
                  <a:srgbClr val="0033CD"/>
                </a:solidFill>
                <a:latin typeface="微软雅黑" panose="020B0503020204020204" charset="-122"/>
              </a:rPr>
              <a:t>导出校准闭环（两轮校准）</a:t>
            </a:r>
            <a:endParaRPr b="1" i="0">
              <a:solidFill>
                <a:srgbClr val="0033CD"/>
              </a:solidFill>
              <a:latin typeface="微软雅黑" panose="020B0503020204020204" charset="-122"/>
            </a:endParaRPr>
          </a:p>
        </p:txBody>
      </p:sp>
      <p:sp>
        <p:nvSpPr>
          <p:cNvPr id="168" name="TextBox 28"/>
          <p:cNvSpPr txBox="1"/>
          <p:nvPr/>
        </p:nvSpPr>
        <p:spPr>
          <a:xfrm>
            <a:off x="9411890" y="1631156"/>
            <a:ext cx="892968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353C6"/>
                </a:solidFill>
                <a:latin typeface="微软雅黑" panose="020B0503020204020204" charset="-122"/>
              </a:rPr>
              <a:t>01 首轮导出</a:t>
            </a:r>
            <a:endParaRPr sz="1000" b="1" i="0">
              <a:solidFill>
                <a:srgbClr val="1353C6"/>
              </a:solidFill>
              <a:latin typeface="微软雅黑" panose="020B0503020204020204" charset="-122"/>
            </a:endParaRPr>
          </a:p>
        </p:txBody>
      </p:sp>
      <p:sp>
        <p:nvSpPr>
          <p:cNvPr id="169" name="TextBox 29"/>
          <p:cNvSpPr txBox="1"/>
          <p:nvPr/>
        </p:nvSpPr>
        <p:spPr>
          <a:xfrm>
            <a:off x="9411890" y="1827609"/>
            <a:ext cx="1071562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B2E55"/>
                </a:solidFill>
                <a:latin typeface="微软雅黑" panose="020B0503020204020204" charset="-122"/>
              </a:rPr>
              <a:t>生成初版PPTX文件</a:t>
            </a:r>
            <a:endParaRPr sz="9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70" name="TextBox 30"/>
          <p:cNvSpPr txBox="1"/>
          <p:nvPr/>
        </p:nvSpPr>
        <p:spPr>
          <a:xfrm>
            <a:off x="9489281" y="2408634"/>
            <a:ext cx="892968" cy="3214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1353C6"/>
                </a:solidFill>
                <a:latin typeface="微软雅黑" panose="020B0503020204020204" charset="-122"/>
              </a:rPr>
              <a:t>02 PowerPoint</a:t>
            </a:r>
            <a:endParaRPr sz="900" b="1" i="0">
              <a:solidFill>
                <a:srgbClr val="1353C6"/>
              </a:solidFill>
              <a:latin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1353C6"/>
                </a:solidFill>
                <a:latin typeface="微软雅黑" panose="020B0503020204020204" charset="-122"/>
              </a:rPr>
              <a:t>真实渲染图</a:t>
            </a:r>
            <a:endParaRPr sz="900" b="1" i="0">
              <a:solidFill>
                <a:srgbClr val="1353C6"/>
              </a:solidFill>
              <a:latin typeface="微软雅黑" panose="020B0503020204020204" charset="-122"/>
            </a:endParaRPr>
          </a:p>
        </p:txBody>
      </p:sp>
      <p:sp>
        <p:nvSpPr>
          <p:cNvPr id="171" name="TextBox 31"/>
          <p:cNvSpPr txBox="1"/>
          <p:nvPr/>
        </p:nvSpPr>
        <p:spPr>
          <a:xfrm>
            <a:off x="9358312" y="2774156"/>
            <a:ext cx="1131093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2E55"/>
                </a:solidFill>
                <a:latin typeface="微软雅黑" panose="020B0503020204020204" charset="-122"/>
              </a:rPr>
              <a:t>还原实际显示效果</a:t>
            </a:r>
            <a:endParaRPr sz="8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72" name="TextBox 32"/>
          <p:cNvSpPr txBox="1"/>
          <p:nvPr/>
        </p:nvSpPr>
        <p:spPr>
          <a:xfrm>
            <a:off x="10977800" y="2942034"/>
            <a:ext cx="80367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zh-CN" sz="900" b="1" i="0">
                <a:solidFill>
                  <a:srgbClr val="FF1211"/>
                </a:solidFill>
                <a:latin typeface="微软雅黑" panose="020B0503020204020204" charset="-122"/>
              </a:rPr>
              <a:t>二</a:t>
            </a:r>
            <a:r>
              <a:rPr sz="900" b="1" i="0">
                <a:solidFill>
                  <a:srgbClr val="FF1211"/>
                </a:solidFill>
                <a:latin typeface="微软雅黑" panose="020B0503020204020204" charset="-122"/>
              </a:rPr>
              <a:t>轮回看修正</a:t>
            </a:r>
            <a:endParaRPr sz="900" b="1" i="0">
              <a:solidFill>
                <a:srgbClr val="FF1211"/>
              </a:solidFill>
              <a:latin typeface="微软雅黑" panose="020B0503020204020204" charset="-122"/>
            </a:endParaRPr>
          </a:p>
        </p:txBody>
      </p:sp>
      <p:sp>
        <p:nvSpPr>
          <p:cNvPr id="173" name="TextBox 33"/>
          <p:cNvSpPr txBox="1"/>
          <p:nvPr/>
        </p:nvSpPr>
        <p:spPr>
          <a:xfrm>
            <a:off x="10983515" y="3167062"/>
            <a:ext cx="803671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2E55"/>
                </a:solidFill>
                <a:latin typeface="微软雅黑" panose="020B0503020204020204" charset="-122"/>
              </a:rPr>
              <a:t>对齐版式与内容</a:t>
            </a:r>
            <a:endParaRPr sz="8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74" name="TextBox 34"/>
          <p:cNvSpPr txBox="1"/>
          <p:nvPr/>
        </p:nvSpPr>
        <p:spPr>
          <a:xfrm>
            <a:off x="8000999" y="3333749"/>
            <a:ext cx="892968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1353C6"/>
                </a:solidFill>
                <a:latin typeface="微软雅黑" panose="020B0503020204020204" charset="-122"/>
              </a:rPr>
              <a:t>05 再导出校准</a:t>
            </a:r>
            <a:endParaRPr sz="900" b="1" i="0">
              <a:solidFill>
                <a:srgbClr val="1353C6"/>
              </a:solidFill>
              <a:latin typeface="微软雅黑" panose="020B0503020204020204" charset="-122"/>
            </a:endParaRPr>
          </a:p>
        </p:txBody>
      </p:sp>
      <p:sp>
        <p:nvSpPr>
          <p:cNvPr id="175" name="TextBox 35"/>
          <p:cNvSpPr txBox="1"/>
          <p:nvPr/>
        </p:nvSpPr>
        <p:spPr>
          <a:xfrm>
            <a:off x="8000999" y="3518296"/>
            <a:ext cx="922734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2E55"/>
                </a:solidFill>
                <a:latin typeface="微软雅黑" panose="020B0503020204020204" charset="-122"/>
              </a:rPr>
              <a:t>输出优化版PPTX</a:t>
            </a:r>
            <a:endParaRPr sz="8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76" name="TextBox 36"/>
          <p:cNvSpPr txBox="1"/>
          <p:nvPr/>
        </p:nvSpPr>
        <p:spPr>
          <a:xfrm>
            <a:off x="9431257" y="3316049"/>
            <a:ext cx="684609" cy="3571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FF1211"/>
                </a:solidFill>
                <a:latin typeface="微软雅黑" panose="020B0503020204020204" charset="-122"/>
              </a:rPr>
              <a:t>两轮校准</a:t>
            </a:r>
            <a:endParaRPr sz="1000" b="1" i="0">
              <a:solidFill>
                <a:srgbClr val="FF1211"/>
              </a:solidFill>
              <a:latin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FF1211"/>
                </a:solidFill>
                <a:latin typeface="微软雅黑" panose="020B0503020204020204" charset="-122"/>
              </a:rPr>
              <a:t>闭环优化</a:t>
            </a:r>
            <a:endParaRPr sz="1000" b="1" i="0">
              <a:solidFill>
                <a:srgbClr val="FF1211"/>
              </a:solidFill>
              <a:latin typeface="微软雅黑" panose="020B0503020204020204" charset="-122"/>
            </a:endParaRPr>
          </a:p>
        </p:txBody>
      </p:sp>
      <p:sp>
        <p:nvSpPr>
          <p:cNvPr id="177" name="TextBox 37"/>
          <p:cNvSpPr txBox="1"/>
          <p:nvPr/>
        </p:nvSpPr>
        <p:spPr>
          <a:xfrm>
            <a:off x="9394031" y="4095749"/>
            <a:ext cx="1220390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1353C6"/>
                </a:solidFill>
                <a:latin typeface="微软雅黑" panose="020B0503020204020204" charset="-122"/>
              </a:rPr>
              <a:t>文字位置与样式微调</a:t>
            </a:r>
            <a:endParaRPr sz="900" b="1" i="0">
              <a:solidFill>
                <a:srgbClr val="1353C6"/>
              </a:solidFill>
              <a:latin typeface="微软雅黑" panose="020B0503020204020204" charset="-122"/>
            </a:endParaRPr>
          </a:p>
        </p:txBody>
      </p:sp>
      <p:sp>
        <p:nvSpPr>
          <p:cNvPr id="178" name="TextBox 38"/>
          <p:cNvSpPr txBox="1"/>
          <p:nvPr/>
        </p:nvSpPr>
        <p:spPr>
          <a:xfrm>
            <a:off x="9394031" y="4304109"/>
            <a:ext cx="1250156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1B2E55"/>
                </a:solidFill>
                <a:latin typeface="微软雅黑" panose="020B0503020204020204" charset="-122"/>
              </a:rPr>
              <a:t>修正文案排版与视觉细节</a:t>
            </a:r>
            <a:endParaRPr sz="8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79" name="TextBox 39"/>
          <p:cNvSpPr txBox="1"/>
          <p:nvPr/>
        </p:nvSpPr>
        <p:spPr>
          <a:xfrm>
            <a:off x="8276510" y="4685109"/>
            <a:ext cx="3333749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FF1717"/>
                </a:solidFill>
                <a:latin typeface="微软雅黑" panose="020B0503020204020204" charset="-122"/>
              </a:rPr>
              <a:t>关键校准点：版式对齐、文字位置、样式一致、信息完整</a:t>
            </a:r>
            <a:endParaRPr sz="1000" b="1" i="0">
              <a:solidFill>
                <a:srgbClr val="FF1717"/>
              </a:solidFill>
              <a:latin typeface="微软雅黑" panose="020B0503020204020204" charset="-122"/>
            </a:endParaRPr>
          </a:p>
        </p:txBody>
      </p:sp>
      <p:sp>
        <p:nvSpPr>
          <p:cNvPr id="181" name="TextBox 41"/>
          <p:cNvSpPr txBox="1"/>
          <p:nvPr/>
        </p:nvSpPr>
        <p:spPr>
          <a:xfrm>
            <a:off x="1023937" y="5365194"/>
            <a:ext cx="2143124" cy="2262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>
                <a:solidFill>
                  <a:srgbClr val="0033CD"/>
                </a:solidFill>
                <a:latin typeface="微软雅黑" panose="020B0503020204020204" charset="-122"/>
              </a:rPr>
              <a:t>最终分层PPTX交付</a:t>
            </a:r>
            <a:endParaRPr b="1" i="0">
              <a:solidFill>
                <a:srgbClr val="0033CD"/>
              </a:solidFill>
              <a:latin typeface="微软雅黑" panose="020B0503020204020204" charset="-122"/>
            </a:endParaRPr>
          </a:p>
        </p:txBody>
      </p:sp>
      <p:sp>
        <p:nvSpPr>
          <p:cNvPr id="182" name="TextBox 42"/>
          <p:cNvSpPr txBox="1"/>
          <p:nvPr/>
        </p:nvSpPr>
        <p:spPr>
          <a:xfrm>
            <a:off x="1012031" y="5750718"/>
            <a:ext cx="2440781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1B2E55"/>
                </a:solidFill>
                <a:latin typeface="微软雅黑" panose="020B0503020204020204" charset="-122"/>
              </a:rPr>
              <a:t>结构清晰、样式统一、可编辑可复用</a:t>
            </a:r>
            <a:endParaRPr sz="10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83" name="TextBox 43"/>
          <p:cNvSpPr txBox="1"/>
          <p:nvPr/>
        </p:nvSpPr>
        <p:spPr>
          <a:xfrm>
            <a:off x="3762374" y="5470921"/>
            <a:ext cx="684609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33CD"/>
                </a:solidFill>
                <a:latin typeface="微软雅黑" panose="020B0503020204020204" charset="-122"/>
              </a:rPr>
              <a:t>可编辑图层</a:t>
            </a:r>
            <a:endParaRPr sz="1000" b="1" i="0">
              <a:solidFill>
                <a:srgbClr val="0033CD"/>
              </a:solidFill>
              <a:latin typeface="微软雅黑" panose="020B0503020204020204" charset="-122"/>
            </a:endParaRPr>
          </a:p>
        </p:txBody>
      </p:sp>
      <p:sp>
        <p:nvSpPr>
          <p:cNvPr id="184" name="TextBox 44"/>
          <p:cNvSpPr txBox="1"/>
          <p:nvPr/>
        </p:nvSpPr>
        <p:spPr>
          <a:xfrm>
            <a:off x="3705224" y="5673327"/>
            <a:ext cx="952499" cy="267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1B2E55"/>
                </a:solidFill>
                <a:latin typeface="微软雅黑" panose="020B0503020204020204" charset="-122"/>
              </a:rPr>
              <a:t>形状 / 文本 / 图表</a:t>
            </a:r>
            <a:endParaRPr sz="700" b="0" i="0">
              <a:solidFill>
                <a:srgbClr val="1B2E5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1B2E55"/>
                </a:solidFill>
                <a:latin typeface="微软雅黑" panose="020B0503020204020204" charset="-122"/>
              </a:rPr>
              <a:t>独立图层，随心编辑</a:t>
            </a:r>
            <a:endParaRPr sz="7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85" name="TextBox 45"/>
          <p:cNvSpPr txBox="1"/>
          <p:nvPr/>
        </p:nvSpPr>
        <p:spPr>
          <a:xfrm>
            <a:off x="5292327" y="5470921"/>
            <a:ext cx="565546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33CD"/>
                </a:solidFill>
                <a:latin typeface="微软雅黑" panose="020B0503020204020204" charset="-122"/>
              </a:rPr>
              <a:t>组件复用</a:t>
            </a:r>
            <a:endParaRPr sz="1000" b="1" i="0">
              <a:solidFill>
                <a:srgbClr val="0033CD"/>
              </a:solidFill>
              <a:latin typeface="微软雅黑" panose="020B0503020204020204" charset="-122"/>
            </a:endParaRPr>
          </a:p>
        </p:txBody>
      </p:sp>
      <p:sp>
        <p:nvSpPr>
          <p:cNvPr id="186" name="TextBox 46"/>
          <p:cNvSpPr txBox="1"/>
          <p:nvPr/>
        </p:nvSpPr>
        <p:spPr>
          <a:xfrm>
            <a:off x="5235177" y="5673327"/>
            <a:ext cx="1012031" cy="267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1B2E55"/>
                </a:solidFill>
                <a:latin typeface="微软雅黑" panose="020B0503020204020204" charset="-122"/>
              </a:rPr>
              <a:t>统一组件库，快速复用</a:t>
            </a:r>
            <a:endParaRPr sz="700" b="0" i="0">
              <a:solidFill>
                <a:srgbClr val="1B2E5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1B2E55"/>
                </a:solidFill>
                <a:latin typeface="微软雅黑" panose="020B0503020204020204" charset="-122"/>
              </a:rPr>
              <a:t>提升效率与一致性</a:t>
            </a:r>
            <a:endParaRPr sz="7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87" name="TextBox 47"/>
          <p:cNvSpPr txBox="1"/>
          <p:nvPr/>
        </p:nvSpPr>
        <p:spPr>
          <a:xfrm>
            <a:off x="6783704" y="5470921"/>
            <a:ext cx="565546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33CD"/>
                </a:solidFill>
                <a:latin typeface="微软雅黑" panose="020B0503020204020204" charset="-122"/>
              </a:rPr>
              <a:t>字体样式</a:t>
            </a:r>
            <a:endParaRPr sz="1000" b="1" i="0">
              <a:solidFill>
                <a:srgbClr val="0033CD"/>
              </a:solidFill>
              <a:latin typeface="微软雅黑" panose="020B0503020204020204" charset="-122"/>
            </a:endParaRPr>
          </a:p>
        </p:txBody>
      </p:sp>
      <p:sp>
        <p:nvSpPr>
          <p:cNvPr id="188" name="TextBox 48"/>
          <p:cNvSpPr txBox="1"/>
          <p:nvPr/>
        </p:nvSpPr>
        <p:spPr>
          <a:xfrm>
            <a:off x="6726554" y="5673327"/>
            <a:ext cx="1012031" cy="267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1B2E55"/>
                </a:solidFill>
                <a:latin typeface="微软雅黑" panose="020B0503020204020204" charset="-122"/>
              </a:rPr>
              <a:t>字体层级清晰，</a:t>
            </a:r>
            <a:endParaRPr sz="700" b="0" i="0">
              <a:solidFill>
                <a:srgbClr val="1B2E5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1B2E55"/>
                </a:solidFill>
                <a:latin typeface="微软雅黑" panose="020B0503020204020204" charset="-122"/>
              </a:rPr>
              <a:t>标题 / 正文规范统一</a:t>
            </a:r>
            <a:endParaRPr sz="7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89" name="TextBox 49"/>
          <p:cNvSpPr txBox="1"/>
          <p:nvPr/>
        </p:nvSpPr>
        <p:spPr>
          <a:xfrm>
            <a:off x="8328421" y="5470921"/>
            <a:ext cx="565546" cy="1547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033CD"/>
                </a:solidFill>
                <a:latin typeface="微软雅黑" panose="020B0503020204020204" charset="-122"/>
              </a:rPr>
              <a:t>颜色变量</a:t>
            </a:r>
            <a:endParaRPr sz="1000" b="1" i="0">
              <a:solidFill>
                <a:srgbClr val="0033CD"/>
              </a:solidFill>
              <a:latin typeface="微软雅黑" panose="020B0503020204020204" charset="-122"/>
            </a:endParaRPr>
          </a:p>
        </p:txBody>
      </p:sp>
      <p:sp>
        <p:nvSpPr>
          <p:cNvPr id="190" name="TextBox 50"/>
          <p:cNvSpPr txBox="1"/>
          <p:nvPr/>
        </p:nvSpPr>
        <p:spPr>
          <a:xfrm>
            <a:off x="8271271" y="5673327"/>
            <a:ext cx="952499" cy="2678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1B2E55"/>
                </a:solidFill>
                <a:latin typeface="微软雅黑" panose="020B0503020204020204" charset="-122"/>
              </a:rPr>
              <a:t>主题色与变量管理，</a:t>
            </a:r>
            <a:endParaRPr sz="700" b="0" i="0">
              <a:solidFill>
                <a:srgbClr val="1B2E5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i="0">
                <a:solidFill>
                  <a:srgbClr val="1B2E55"/>
                </a:solidFill>
                <a:latin typeface="微软雅黑" panose="020B0503020204020204" charset="-122"/>
              </a:rPr>
              <a:t>一键全局替换</a:t>
            </a:r>
            <a:endParaRPr sz="7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  <p:sp>
        <p:nvSpPr>
          <p:cNvPr id="191" name="TextBox 51"/>
          <p:cNvSpPr txBox="1"/>
          <p:nvPr/>
        </p:nvSpPr>
        <p:spPr>
          <a:xfrm>
            <a:off x="10292952" y="5476874"/>
            <a:ext cx="1131093" cy="1785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33CD"/>
                </a:solidFill>
                <a:latin typeface="微软雅黑" panose="020B0503020204020204" charset="-122"/>
              </a:rPr>
              <a:t>最终分层 PPTX</a:t>
            </a:r>
            <a:endParaRPr sz="1200" b="1" i="0">
              <a:solidFill>
                <a:srgbClr val="0033CD"/>
              </a:solidFill>
              <a:latin typeface="微软雅黑" panose="020B0503020204020204" charset="-122"/>
            </a:endParaRPr>
          </a:p>
        </p:txBody>
      </p:sp>
      <p:sp>
        <p:nvSpPr>
          <p:cNvPr id="192" name="TextBox 52"/>
          <p:cNvSpPr txBox="1"/>
          <p:nvPr/>
        </p:nvSpPr>
        <p:spPr>
          <a:xfrm>
            <a:off x="10292952" y="5714999"/>
            <a:ext cx="1071562" cy="297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B2E55"/>
                </a:solidFill>
                <a:latin typeface="微软雅黑" panose="020B0503020204020204" charset="-122"/>
              </a:rPr>
              <a:t>交付可编辑文件</a:t>
            </a:r>
            <a:endParaRPr sz="900" b="0" i="0">
              <a:solidFill>
                <a:srgbClr val="1B2E55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B2E55"/>
                </a:solidFill>
                <a:latin typeface="微软雅黑" panose="020B0503020204020204" charset="-122"/>
              </a:rPr>
              <a:t>支持持续迭代优化</a:t>
            </a:r>
            <a:endParaRPr sz="900" b="0" i="0">
              <a:solidFill>
                <a:srgbClr val="1B2E5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asset_0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3437" y="386953"/>
            <a:ext cx="345281" cy="446484"/>
          </a:xfrm>
          <a:prstGeom prst="rect">
            <a:avLst/>
          </a:prstGeom>
        </p:spPr>
      </p:pic>
      <p:pic>
        <p:nvPicPr>
          <p:cNvPr id="4" name="Picture 3" descr="asset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781" y="404812"/>
            <a:ext cx="11906" cy="363140"/>
          </a:xfrm>
          <a:prstGeom prst="rect">
            <a:avLst/>
          </a:prstGeom>
        </p:spPr>
      </p:pic>
      <p:pic>
        <p:nvPicPr>
          <p:cNvPr id="5" name="Picture 4" descr="asset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937" y="446484"/>
            <a:ext cx="11906" cy="339328"/>
          </a:xfrm>
          <a:prstGeom prst="rect">
            <a:avLst/>
          </a:prstGeom>
        </p:spPr>
      </p:pic>
      <p:pic>
        <p:nvPicPr>
          <p:cNvPr id="6" name="Picture 5" descr="asset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7671" y="452437"/>
            <a:ext cx="11906" cy="333374"/>
          </a:xfrm>
          <a:prstGeom prst="rect">
            <a:avLst/>
          </a:prstGeom>
        </p:spPr>
      </p:pic>
      <p:pic>
        <p:nvPicPr>
          <p:cNvPr id="7" name="Picture 6" descr="asset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84" y="476249"/>
            <a:ext cx="386953" cy="410765"/>
          </a:xfrm>
          <a:prstGeom prst="rect">
            <a:avLst/>
          </a:prstGeom>
        </p:spPr>
      </p:pic>
      <p:pic>
        <p:nvPicPr>
          <p:cNvPr id="8" name="Picture 7" descr="asset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12" y="958453"/>
            <a:ext cx="11930062" cy="11906"/>
          </a:xfrm>
          <a:prstGeom prst="rect">
            <a:avLst/>
          </a:prstGeom>
        </p:spPr>
      </p:pic>
      <p:pic>
        <p:nvPicPr>
          <p:cNvPr id="9" name="Picture 8" descr="asset_0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9718" y="1137046"/>
            <a:ext cx="9066609" cy="720328"/>
          </a:xfrm>
          <a:prstGeom prst="rect">
            <a:avLst/>
          </a:prstGeom>
        </p:spPr>
      </p:pic>
      <p:pic>
        <p:nvPicPr>
          <p:cNvPr id="10" name="Picture 9" descr="asset_0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5437" y="1208484"/>
            <a:ext cx="1291828" cy="517921"/>
          </a:xfrm>
          <a:prstGeom prst="rect">
            <a:avLst/>
          </a:prstGeom>
          <a:solidFill>
            <a:srgbClr val="F0F4FD"/>
          </a:solidFill>
        </p:spPr>
      </p:pic>
      <p:pic>
        <p:nvPicPr>
          <p:cNvPr id="11" name="Picture 10" descr="asset_0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3234" y="1238249"/>
            <a:ext cx="1381124" cy="464343"/>
          </a:xfrm>
          <a:prstGeom prst="rect">
            <a:avLst/>
          </a:prstGeom>
        </p:spPr>
      </p:pic>
      <p:pic>
        <p:nvPicPr>
          <p:cNvPr id="12" name="Picture 11" descr="asset_01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4" y="1238249"/>
            <a:ext cx="1279921" cy="464343"/>
          </a:xfrm>
          <a:prstGeom prst="rect">
            <a:avLst/>
          </a:prstGeom>
        </p:spPr>
      </p:pic>
      <p:pic>
        <p:nvPicPr>
          <p:cNvPr id="13" name="Picture 12" descr="asset_01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0265" y="1238249"/>
            <a:ext cx="1262062" cy="464343"/>
          </a:xfrm>
          <a:prstGeom prst="rect">
            <a:avLst/>
          </a:prstGeom>
        </p:spPr>
      </p:pic>
      <p:pic>
        <p:nvPicPr>
          <p:cNvPr id="14" name="Picture 13" descr="asset_01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5437" y="1238249"/>
            <a:ext cx="1279921" cy="464343"/>
          </a:xfrm>
          <a:prstGeom prst="rect">
            <a:avLst/>
          </a:prstGeom>
        </p:spPr>
      </p:pic>
      <p:pic>
        <p:nvPicPr>
          <p:cNvPr id="15" name="Picture 14" descr="asset_01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18234" y="1273968"/>
            <a:ext cx="5953" cy="380999"/>
          </a:xfrm>
          <a:prstGeom prst="rect">
            <a:avLst/>
          </a:prstGeom>
        </p:spPr>
      </p:pic>
      <p:pic>
        <p:nvPicPr>
          <p:cNvPr id="16" name="Picture 15" descr="asset_01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43437" y="1279921"/>
            <a:ext cx="11906" cy="363140"/>
          </a:xfrm>
          <a:prstGeom prst="rect">
            <a:avLst/>
          </a:prstGeom>
        </p:spPr>
      </p:pic>
      <p:pic>
        <p:nvPicPr>
          <p:cNvPr id="17" name="Picture 16" descr="asset_01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60156" y="1309687"/>
            <a:ext cx="291703" cy="315515"/>
          </a:xfrm>
          <a:prstGeom prst="rect">
            <a:avLst/>
          </a:prstGeom>
        </p:spPr>
      </p:pic>
      <p:pic>
        <p:nvPicPr>
          <p:cNvPr id="18" name="Picture 17" descr="asset_01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09749" y="1327546"/>
            <a:ext cx="291703" cy="232171"/>
          </a:xfrm>
          <a:prstGeom prst="rect">
            <a:avLst/>
          </a:prstGeom>
        </p:spPr>
      </p:pic>
      <p:pic>
        <p:nvPicPr>
          <p:cNvPr id="19" name="Picture 18" descr="asset_01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4499" y="1333499"/>
            <a:ext cx="309562" cy="291703"/>
          </a:xfrm>
          <a:prstGeom prst="rect">
            <a:avLst/>
          </a:prstGeom>
        </p:spPr>
      </p:pic>
      <p:pic>
        <p:nvPicPr>
          <p:cNvPr id="20" name="Picture 19" descr="asset_019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42484" y="1339453"/>
            <a:ext cx="291703" cy="285749"/>
          </a:xfrm>
          <a:prstGeom prst="rect">
            <a:avLst/>
          </a:prstGeom>
        </p:spPr>
      </p:pic>
      <p:pic>
        <p:nvPicPr>
          <p:cNvPr id="21" name="Picture 20" descr="asset_020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47421" y="1339453"/>
            <a:ext cx="261937" cy="261937"/>
          </a:xfrm>
          <a:prstGeom prst="rect">
            <a:avLst/>
          </a:prstGeom>
        </p:spPr>
      </p:pic>
      <p:pic>
        <p:nvPicPr>
          <p:cNvPr id="29" name="Picture 28" descr="asset_02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42421" y="1815703"/>
            <a:ext cx="95249" cy="113109"/>
          </a:xfrm>
          <a:prstGeom prst="rect">
            <a:avLst/>
          </a:prstGeom>
        </p:spPr>
      </p:pic>
      <p:pic>
        <p:nvPicPr>
          <p:cNvPr id="30" name="Picture 29" descr="asset_02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59718" y="1881187"/>
            <a:ext cx="4601765" cy="803671"/>
          </a:xfrm>
          <a:prstGeom prst="rect">
            <a:avLst/>
          </a:prstGeom>
        </p:spPr>
      </p:pic>
      <p:pic>
        <p:nvPicPr>
          <p:cNvPr id="31" name="Picture 30" descr="asset_03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5999" y="1875234"/>
            <a:ext cx="4530328" cy="648890"/>
          </a:xfrm>
          <a:prstGeom prst="rect">
            <a:avLst/>
          </a:prstGeom>
        </p:spPr>
      </p:pic>
      <p:pic>
        <p:nvPicPr>
          <p:cNvPr id="32" name="Picture 31" descr="asset_03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95437" y="1952624"/>
            <a:ext cx="1291828" cy="523874"/>
          </a:xfrm>
          <a:prstGeom prst="rect">
            <a:avLst/>
          </a:prstGeom>
        </p:spPr>
      </p:pic>
      <p:pic>
        <p:nvPicPr>
          <p:cNvPr id="33" name="Picture 32" descr="asset_03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05374" y="1976437"/>
            <a:ext cx="1672828" cy="470296"/>
          </a:xfrm>
          <a:prstGeom prst="rect">
            <a:avLst/>
          </a:prstGeom>
        </p:spPr>
      </p:pic>
      <p:pic>
        <p:nvPicPr>
          <p:cNvPr id="34" name="Picture 33" descr="asset_03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46093" y="1976437"/>
            <a:ext cx="1589484" cy="470296"/>
          </a:xfrm>
          <a:prstGeom prst="rect">
            <a:avLst/>
          </a:prstGeom>
        </p:spPr>
      </p:pic>
      <p:pic>
        <p:nvPicPr>
          <p:cNvPr id="35" name="Picture 34" descr="asset_03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721327" y="1976437"/>
            <a:ext cx="1601390" cy="470296"/>
          </a:xfrm>
          <a:prstGeom prst="rect">
            <a:avLst/>
          </a:prstGeom>
        </p:spPr>
      </p:pic>
      <p:pic>
        <p:nvPicPr>
          <p:cNvPr id="37" name="Picture 36" descr="asset_03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018234" y="2024062"/>
            <a:ext cx="5953" cy="369093"/>
          </a:xfrm>
          <a:prstGeom prst="rect">
            <a:avLst/>
          </a:prstGeom>
        </p:spPr>
      </p:pic>
      <p:pic>
        <p:nvPicPr>
          <p:cNvPr id="38" name="Picture 37" descr="asset_037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43437" y="2030015"/>
            <a:ext cx="11906" cy="357187"/>
          </a:xfrm>
          <a:prstGeom prst="rect">
            <a:avLst/>
          </a:prstGeom>
        </p:spPr>
      </p:pic>
      <p:pic>
        <p:nvPicPr>
          <p:cNvPr id="39" name="Picture 38" descr="asset_038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27609" y="2065734"/>
            <a:ext cx="261937" cy="279796"/>
          </a:xfrm>
          <a:prstGeom prst="rect">
            <a:avLst/>
          </a:prstGeom>
        </p:spPr>
      </p:pic>
      <p:pic>
        <p:nvPicPr>
          <p:cNvPr id="40" name="Picture 39" descr="asset_039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42296" y="2065734"/>
            <a:ext cx="297656" cy="297656"/>
          </a:xfrm>
          <a:prstGeom prst="rect">
            <a:avLst/>
          </a:prstGeom>
        </p:spPr>
      </p:pic>
      <p:pic>
        <p:nvPicPr>
          <p:cNvPr id="41" name="Picture 40" descr="asset_040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929437" y="2065734"/>
            <a:ext cx="404812" cy="315515"/>
          </a:xfrm>
          <a:prstGeom prst="rect">
            <a:avLst/>
          </a:prstGeom>
        </p:spPr>
      </p:pic>
      <p:pic>
        <p:nvPicPr>
          <p:cNvPr id="42" name="Picture 41" descr="asset_041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828484" y="2065734"/>
            <a:ext cx="321468" cy="309562"/>
          </a:xfrm>
          <a:prstGeom prst="rect">
            <a:avLst/>
          </a:prstGeom>
        </p:spPr>
      </p:pic>
      <p:pic>
        <p:nvPicPr>
          <p:cNvPr id="43" name="Picture 42" descr="asset_042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8656" y="2208609"/>
            <a:ext cx="458390" cy="488156"/>
          </a:xfrm>
          <a:prstGeom prst="rect">
            <a:avLst/>
          </a:prstGeom>
        </p:spPr>
      </p:pic>
      <p:pic>
        <p:nvPicPr>
          <p:cNvPr id="44" name="Picture 43" descr="asset_043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947796" y="2244328"/>
            <a:ext cx="434578" cy="208359"/>
          </a:xfrm>
          <a:prstGeom prst="rect">
            <a:avLst/>
          </a:prstGeom>
        </p:spPr>
      </p:pic>
      <p:pic>
        <p:nvPicPr>
          <p:cNvPr id="45" name="Picture 44" descr="asset_044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054952" y="2339578"/>
            <a:ext cx="214312" cy="273843"/>
          </a:xfrm>
          <a:prstGeom prst="rect">
            <a:avLst/>
          </a:prstGeom>
        </p:spPr>
      </p:pic>
      <p:pic>
        <p:nvPicPr>
          <p:cNvPr id="46" name="Picture 45" descr="asset_045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947796" y="2452687"/>
            <a:ext cx="11906" cy="41671"/>
          </a:xfrm>
          <a:prstGeom prst="rect">
            <a:avLst/>
          </a:prstGeom>
        </p:spPr>
      </p:pic>
      <p:pic>
        <p:nvPicPr>
          <p:cNvPr id="47" name="Picture 46" descr="asset_046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358562" y="2458640"/>
            <a:ext cx="23812" cy="83343"/>
          </a:xfrm>
          <a:prstGeom prst="rect">
            <a:avLst/>
          </a:prstGeom>
        </p:spPr>
      </p:pic>
      <p:pic>
        <p:nvPicPr>
          <p:cNvPr id="48" name="Picture 47" descr="asset_047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947796" y="2500312"/>
            <a:ext cx="416718" cy="202406"/>
          </a:xfrm>
          <a:prstGeom prst="rect">
            <a:avLst/>
          </a:prstGeom>
        </p:spPr>
      </p:pic>
      <p:pic>
        <p:nvPicPr>
          <p:cNvPr id="49" name="Picture 48" descr="asset_048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559718" y="2625328"/>
            <a:ext cx="4601765" cy="803671"/>
          </a:xfrm>
          <a:prstGeom prst="rect">
            <a:avLst/>
          </a:prstGeom>
        </p:spPr>
      </p:pic>
      <p:pic>
        <p:nvPicPr>
          <p:cNvPr id="50" name="Picture 49" descr="asset_049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095999" y="2625328"/>
            <a:ext cx="4530328" cy="648890"/>
          </a:xfrm>
          <a:prstGeom prst="rect">
            <a:avLst/>
          </a:prstGeom>
        </p:spPr>
      </p:pic>
      <p:pic>
        <p:nvPicPr>
          <p:cNvPr id="51" name="Picture 50" descr="asset_050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595437" y="2696765"/>
            <a:ext cx="1291828" cy="529828"/>
          </a:xfrm>
          <a:prstGeom prst="rect">
            <a:avLst/>
          </a:prstGeom>
        </p:spPr>
      </p:pic>
      <p:pic>
        <p:nvPicPr>
          <p:cNvPr id="52" name="Picture 51" descr="asset_051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899421" y="2732484"/>
            <a:ext cx="1643062" cy="464343"/>
          </a:xfrm>
          <a:prstGeom prst="rect">
            <a:avLst/>
          </a:prstGeom>
        </p:spPr>
      </p:pic>
      <p:pic>
        <p:nvPicPr>
          <p:cNvPr id="53" name="Picture 52" descr="asset_052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846093" y="2732484"/>
            <a:ext cx="1583531" cy="464343"/>
          </a:xfrm>
          <a:prstGeom prst="rect">
            <a:avLst/>
          </a:prstGeom>
        </p:spPr>
      </p:pic>
      <p:pic>
        <p:nvPicPr>
          <p:cNvPr id="54" name="Picture 53" descr="asset_053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715374" y="2732484"/>
            <a:ext cx="1607343" cy="464343"/>
          </a:xfrm>
          <a:prstGeom prst="rect">
            <a:avLst/>
          </a:prstGeom>
        </p:spPr>
      </p:pic>
      <p:pic>
        <p:nvPicPr>
          <p:cNvPr id="55" name="Picture 54" descr="asset_054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012281" y="2774156"/>
            <a:ext cx="11906" cy="369093"/>
          </a:xfrm>
          <a:prstGeom prst="rect">
            <a:avLst/>
          </a:prstGeom>
        </p:spPr>
      </p:pic>
      <p:pic>
        <p:nvPicPr>
          <p:cNvPr id="56" name="Picture 55" descr="asset_055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4643437" y="2792015"/>
            <a:ext cx="11906" cy="345281"/>
          </a:xfrm>
          <a:prstGeom prst="rect">
            <a:avLst/>
          </a:prstGeom>
        </p:spPr>
      </p:pic>
      <p:pic>
        <p:nvPicPr>
          <p:cNvPr id="59" name="Picture 58" descr="asset_058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5018484" y="2809874"/>
            <a:ext cx="267890" cy="327421"/>
          </a:xfrm>
          <a:prstGeom prst="rect">
            <a:avLst/>
          </a:prstGeom>
        </p:spPr>
      </p:pic>
      <p:pic>
        <p:nvPicPr>
          <p:cNvPr id="60" name="Picture 59" descr="asset_059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006827" y="2809874"/>
            <a:ext cx="291703" cy="309562"/>
          </a:xfrm>
          <a:prstGeom prst="rect">
            <a:avLst/>
          </a:prstGeom>
        </p:spPr>
      </p:pic>
      <p:pic>
        <p:nvPicPr>
          <p:cNvPr id="61" name="Picture 60" descr="asset_060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726406" y="2815828"/>
            <a:ext cx="279796" cy="291703"/>
          </a:xfrm>
          <a:prstGeom prst="rect">
            <a:avLst/>
          </a:prstGeom>
        </p:spPr>
      </p:pic>
      <p:pic>
        <p:nvPicPr>
          <p:cNvPr id="62" name="Picture 61" descr="asset_061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834437" y="2821781"/>
            <a:ext cx="321468" cy="291703"/>
          </a:xfrm>
          <a:prstGeom prst="rect">
            <a:avLst/>
          </a:prstGeom>
        </p:spPr>
      </p:pic>
      <p:pic>
        <p:nvPicPr>
          <p:cNvPr id="63" name="Picture 62" descr="asset_062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559718" y="3369468"/>
            <a:ext cx="4601765" cy="803671"/>
          </a:xfrm>
          <a:prstGeom prst="rect">
            <a:avLst/>
          </a:prstGeom>
        </p:spPr>
      </p:pic>
      <p:pic>
        <p:nvPicPr>
          <p:cNvPr id="64" name="Picture 63" descr="asset_063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095999" y="3369468"/>
            <a:ext cx="4530328" cy="648890"/>
          </a:xfrm>
          <a:prstGeom prst="rect">
            <a:avLst/>
          </a:prstGeom>
        </p:spPr>
      </p:pic>
      <p:pic>
        <p:nvPicPr>
          <p:cNvPr id="65" name="Picture 64" descr="asset_064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595437" y="3440906"/>
            <a:ext cx="1291828" cy="529828"/>
          </a:xfrm>
          <a:prstGeom prst="rect">
            <a:avLst/>
          </a:prstGeom>
        </p:spPr>
      </p:pic>
      <p:pic>
        <p:nvPicPr>
          <p:cNvPr id="66" name="Picture 65" descr="asset_065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899421" y="3464718"/>
            <a:ext cx="1643062" cy="464343"/>
          </a:xfrm>
          <a:prstGeom prst="rect">
            <a:avLst/>
          </a:prstGeom>
        </p:spPr>
      </p:pic>
      <p:pic>
        <p:nvPicPr>
          <p:cNvPr id="67" name="Picture 66" descr="asset_066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846093" y="3464718"/>
            <a:ext cx="1577578" cy="464343"/>
          </a:xfrm>
          <a:prstGeom prst="rect">
            <a:avLst/>
          </a:prstGeom>
        </p:spPr>
      </p:pic>
      <p:pic>
        <p:nvPicPr>
          <p:cNvPr id="68" name="Picture 67" descr="asset_067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715374" y="3464718"/>
            <a:ext cx="1607343" cy="464343"/>
          </a:xfrm>
          <a:prstGeom prst="rect">
            <a:avLst/>
          </a:prstGeom>
        </p:spPr>
      </p:pic>
      <p:pic>
        <p:nvPicPr>
          <p:cNvPr id="69" name="Picture 68" descr="asset_068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012281" y="3518296"/>
            <a:ext cx="11906" cy="363140"/>
          </a:xfrm>
          <a:prstGeom prst="rect">
            <a:avLst/>
          </a:prstGeom>
        </p:spPr>
      </p:pic>
      <p:pic>
        <p:nvPicPr>
          <p:cNvPr id="70" name="Picture 69" descr="asset_069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643437" y="3524249"/>
            <a:ext cx="11906" cy="357187"/>
          </a:xfrm>
          <a:prstGeom prst="rect">
            <a:avLst/>
          </a:prstGeom>
        </p:spPr>
      </p:pic>
      <p:pic>
        <p:nvPicPr>
          <p:cNvPr id="71" name="Picture 70" descr="asset_070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738312" y="3530203"/>
            <a:ext cx="285749" cy="315515"/>
          </a:xfrm>
          <a:prstGeom prst="rect">
            <a:avLst/>
          </a:prstGeom>
        </p:spPr>
      </p:pic>
      <p:pic>
        <p:nvPicPr>
          <p:cNvPr id="72" name="Picture 71" descr="asset_071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35390" y="3536156"/>
            <a:ext cx="291703" cy="321468"/>
          </a:xfrm>
          <a:prstGeom prst="rect">
            <a:avLst/>
          </a:prstGeom>
        </p:spPr>
      </p:pic>
      <p:pic>
        <p:nvPicPr>
          <p:cNvPr id="73" name="Picture 72" descr="asset_072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994671" y="3542109"/>
            <a:ext cx="321468" cy="327421"/>
          </a:xfrm>
          <a:prstGeom prst="rect">
            <a:avLst/>
          </a:prstGeom>
        </p:spPr>
      </p:pic>
      <p:pic>
        <p:nvPicPr>
          <p:cNvPr id="74" name="Picture 73" descr="asset_073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810624" y="3554015"/>
            <a:ext cx="303609" cy="279796"/>
          </a:xfrm>
          <a:prstGeom prst="rect">
            <a:avLst/>
          </a:prstGeom>
        </p:spPr>
      </p:pic>
      <p:pic>
        <p:nvPicPr>
          <p:cNvPr id="77" name="Picture 76" descr="asset_076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7108031" y="3696890"/>
            <a:ext cx="160734" cy="172640"/>
          </a:xfrm>
          <a:prstGeom prst="rect">
            <a:avLst/>
          </a:prstGeom>
        </p:spPr>
      </p:pic>
      <p:pic>
        <p:nvPicPr>
          <p:cNvPr id="82" name="Picture 81" descr="asset_081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559718" y="4119562"/>
            <a:ext cx="9060656" cy="648890"/>
          </a:xfrm>
          <a:prstGeom prst="rect">
            <a:avLst/>
          </a:prstGeom>
        </p:spPr>
      </p:pic>
      <p:pic>
        <p:nvPicPr>
          <p:cNvPr id="84" name="Picture 83" descr="asset_083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595437" y="4190999"/>
            <a:ext cx="1291828" cy="523874"/>
          </a:xfrm>
          <a:prstGeom prst="rect">
            <a:avLst/>
          </a:prstGeom>
        </p:spPr>
      </p:pic>
      <p:pic>
        <p:nvPicPr>
          <p:cNvPr id="86" name="Picture 85" descr="asset_085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4893468" y="4214812"/>
            <a:ext cx="1190624" cy="476249"/>
          </a:xfrm>
          <a:prstGeom prst="rect">
            <a:avLst/>
          </a:prstGeom>
        </p:spPr>
      </p:pic>
      <p:pic>
        <p:nvPicPr>
          <p:cNvPr id="87" name="Picture 86" descr="asset_086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6203156" y="4214812"/>
            <a:ext cx="1303734" cy="476249"/>
          </a:xfrm>
          <a:prstGeom prst="rect">
            <a:avLst/>
          </a:prstGeom>
        </p:spPr>
      </p:pic>
      <p:pic>
        <p:nvPicPr>
          <p:cNvPr id="88" name="Picture 87" descr="asset_087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7643812" y="4214812"/>
            <a:ext cx="1291828" cy="476249"/>
          </a:xfrm>
          <a:prstGeom prst="rect">
            <a:avLst/>
          </a:prstGeom>
        </p:spPr>
      </p:pic>
      <p:pic>
        <p:nvPicPr>
          <p:cNvPr id="89" name="Picture 88" descr="asset_088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9090421" y="4214812"/>
            <a:ext cx="1232296" cy="476249"/>
          </a:xfrm>
          <a:prstGeom prst="rect">
            <a:avLst/>
          </a:prstGeom>
        </p:spPr>
      </p:pic>
      <p:pic>
        <p:nvPicPr>
          <p:cNvPr id="90" name="Picture 89" descr="asset_089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3012281" y="4262437"/>
            <a:ext cx="11906" cy="375046"/>
          </a:xfrm>
          <a:prstGeom prst="rect">
            <a:avLst/>
          </a:prstGeom>
        </p:spPr>
      </p:pic>
      <p:pic>
        <p:nvPicPr>
          <p:cNvPr id="92" name="Picture 91" descr="asset_091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4643437" y="4274343"/>
            <a:ext cx="11906" cy="357187"/>
          </a:xfrm>
          <a:prstGeom prst="rect">
            <a:avLst/>
          </a:prstGeom>
        </p:spPr>
      </p:pic>
      <p:pic>
        <p:nvPicPr>
          <p:cNvPr id="93" name="Picture 92" descr="asset_092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774031" y="4286249"/>
            <a:ext cx="255984" cy="339328"/>
          </a:xfrm>
          <a:prstGeom prst="rect">
            <a:avLst/>
          </a:prstGeom>
        </p:spPr>
      </p:pic>
      <p:pic>
        <p:nvPicPr>
          <p:cNvPr id="94" name="Picture 93" descr="asset_093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5000624" y="4310062"/>
            <a:ext cx="291703" cy="303609"/>
          </a:xfrm>
          <a:prstGeom prst="rect">
            <a:avLst/>
          </a:prstGeom>
        </p:spPr>
      </p:pic>
      <p:pic>
        <p:nvPicPr>
          <p:cNvPr id="95" name="Picture 94" descr="asset_094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7756921" y="4310062"/>
            <a:ext cx="291703" cy="291703"/>
          </a:xfrm>
          <a:prstGeom prst="rect">
            <a:avLst/>
          </a:prstGeom>
        </p:spPr>
      </p:pic>
      <p:pic>
        <p:nvPicPr>
          <p:cNvPr id="96" name="Picture 95" descr="asset_095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9215437" y="4310062"/>
            <a:ext cx="250031" cy="303609"/>
          </a:xfrm>
          <a:prstGeom prst="rect">
            <a:avLst/>
          </a:prstGeom>
        </p:spPr>
      </p:pic>
      <p:pic>
        <p:nvPicPr>
          <p:cNvPr id="97" name="Picture 96" descr="asset_096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6322218" y="4316015"/>
            <a:ext cx="303609" cy="273843"/>
          </a:xfrm>
          <a:prstGeom prst="rect">
            <a:avLst/>
          </a:prstGeom>
        </p:spPr>
      </p:pic>
      <p:pic>
        <p:nvPicPr>
          <p:cNvPr id="103" name="Picture 102" descr="asset_102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8762999" y="4911328"/>
            <a:ext cx="2821781" cy="1482328"/>
          </a:xfrm>
          <a:prstGeom prst="rect">
            <a:avLst/>
          </a:prstGeom>
        </p:spPr>
      </p:pic>
      <p:pic>
        <p:nvPicPr>
          <p:cNvPr id="104" name="Picture 103" descr="asset_103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46484" y="4917281"/>
            <a:ext cx="2702718" cy="1470421"/>
          </a:xfrm>
          <a:prstGeom prst="rect">
            <a:avLst/>
          </a:prstGeom>
        </p:spPr>
      </p:pic>
      <p:pic>
        <p:nvPicPr>
          <p:cNvPr id="105" name="Picture 104" descr="asset_104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3274218" y="4917281"/>
            <a:ext cx="2702718" cy="1476374"/>
          </a:xfrm>
          <a:prstGeom prst="rect">
            <a:avLst/>
          </a:prstGeom>
        </p:spPr>
      </p:pic>
      <p:pic>
        <p:nvPicPr>
          <p:cNvPr id="106" name="Picture 105" descr="asset_105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6113859" y="4917281"/>
            <a:ext cx="2524124" cy="1488281"/>
          </a:xfrm>
          <a:prstGeom prst="rect">
            <a:avLst/>
          </a:prstGeom>
        </p:spPr>
      </p:pic>
      <p:pic>
        <p:nvPicPr>
          <p:cNvPr id="107" name="Picture 106" descr="asset_106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6256734" y="5060156"/>
            <a:ext cx="273843" cy="315515"/>
          </a:xfrm>
          <a:prstGeom prst="rect">
            <a:avLst/>
          </a:prstGeom>
        </p:spPr>
      </p:pic>
      <p:pic>
        <p:nvPicPr>
          <p:cNvPr id="108" name="Picture 107" descr="asset_107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8911827" y="5060156"/>
            <a:ext cx="279796" cy="339328"/>
          </a:xfrm>
          <a:prstGeom prst="rect">
            <a:avLst/>
          </a:prstGeom>
        </p:spPr>
      </p:pic>
      <p:pic>
        <p:nvPicPr>
          <p:cNvPr id="109" name="Picture 108" descr="asset_108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3417093" y="5066109"/>
            <a:ext cx="303609" cy="309562"/>
          </a:xfrm>
          <a:prstGeom prst="rect">
            <a:avLst/>
          </a:prstGeom>
        </p:spPr>
      </p:pic>
      <p:pic>
        <p:nvPicPr>
          <p:cNvPr id="110" name="Picture 109" descr="asset_109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595312" y="5078015"/>
            <a:ext cx="297656" cy="303609"/>
          </a:xfrm>
          <a:prstGeom prst="rect">
            <a:avLst/>
          </a:prstGeom>
        </p:spPr>
      </p:pic>
      <p:pic>
        <p:nvPicPr>
          <p:cNvPr id="111" name="Picture 110" descr="asset_110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696515" y="5232796"/>
            <a:ext cx="65484" cy="41671"/>
          </a:xfrm>
          <a:prstGeom prst="rect">
            <a:avLst/>
          </a:prstGeom>
        </p:spPr>
      </p:pic>
      <p:pic>
        <p:nvPicPr>
          <p:cNvPr id="112" name="Picture 111" descr="asset_111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7810499" y="5435202"/>
            <a:ext cx="726281" cy="773906"/>
          </a:xfrm>
          <a:prstGeom prst="rect">
            <a:avLst/>
          </a:prstGeom>
        </p:spPr>
      </p:pic>
      <p:pic>
        <p:nvPicPr>
          <p:cNvPr id="113" name="Picture 112" descr="asset_112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10614421" y="5470921"/>
            <a:ext cx="791765" cy="767953"/>
          </a:xfrm>
          <a:prstGeom prst="rect">
            <a:avLst/>
          </a:prstGeom>
        </p:spPr>
      </p:pic>
      <p:pic>
        <p:nvPicPr>
          <p:cNvPr id="114" name="Picture 113" descr="asset_113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5131593" y="5488781"/>
            <a:ext cx="779859" cy="761999"/>
          </a:xfrm>
          <a:prstGeom prst="rect">
            <a:avLst/>
          </a:prstGeom>
        </p:spPr>
      </p:pic>
      <p:pic>
        <p:nvPicPr>
          <p:cNvPr id="115" name="Picture 114" descr="asset_114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619124" y="5530452"/>
            <a:ext cx="47624" cy="47624"/>
          </a:xfrm>
          <a:prstGeom prst="rect">
            <a:avLst/>
          </a:prstGeom>
        </p:spPr>
      </p:pic>
      <p:pic>
        <p:nvPicPr>
          <p:cNvPr id="116" name="Picture 115" descr="asset_115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446859" y="5530452"/>
            <a:ext cx="47624" cy="47624"/>
          </a:xfrm>
          <a:prstGeom prst="rect">
            <a:avLst/>
          </a:prstGeom>
        </p:spPr>
      </p:pic>
      <p:pic>
        <p:nvPicPr>
          <p:cNvPr id="117" name="Picture 116" descr="asset_116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6274593" y="5530452"/>
            <a:ext cx="47624" cy="47624"/>
          </a:xfrm>
          <a:prstGeom prst="rect">
            <a:avLst/>
          </a:prstGeom>
        </p:spPr>
      </p:pic>
      <p:pic>
        <p:nvPicPr>
          <p:cNvPr id="118" name="Picture 117" descr="asset_117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8923734" y="5530452"/>
            <a:ext cx="41671" cy="47624"/>
          </a:xfrm>
          <a:prstGeom prst="rect">
            <a:avLst/>
          </a:prstGeom>
        </p:spPr>
      </p:pic>
      <p:pic>
        <p:nvPicPr>
          <p:cNvPr id="119" name="Picture 118" descr="asset_118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8114109" y="5542359"/>
            <a:ext cx="315515" cy="23812"/>
          </a:xfrm>
          <a:prstGeom prst="rect">
            <a:avLst/>
          </a:prstGeom>
        </p:spPr>
      </p:pic>
      <p:pic>
        <p:nvPicPr>
          <p:cNvPr id="120" name="Picture 119" descr="asset_119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8114109" y="5613796"/>
            <a:ext cx="315515" cy="23812"/>
          </a:xfrm>
          <a:prstGeom prst="rect">
            <a:avLst/>
          </a:prstGeom>
        </p:spPr>
      </p:pic>
      <p:pic>
        <p:nvPicPr>
          <p:cNvPr id="121" name="Picture 120" descr="asset_120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2250281" y="5726906"/>
            <a:ext cx="803671" cy="559593"/>
          </a:xfrm>
          <a:prstGeom prst="rect">
            <a:avLst/>
          </a:prstGeom>
        </p:spPr>
      </p:pic>
      <p:pic>
        <p:nvPicPr>
          <p:cNvPr id="122" name="Picture 121" descr="asset_121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619124" y="5768577"/>
            <a:ext cx="47624" cy="53578"/>
          </a:xfrm>
          <a:prstGeom prst="rect">
            <a:avLst/>
          </a:prstGeom>
        </p:spPr>
      </p:pic>
      <p:pic>
        <p:nvPicPr>
          <p:cNvPr id="123" name="Picture 122" descr="asset_122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3446859" y="5768577"/>
            <a:ext cx="47624" cy="53578"/>
          </a:xfrm>
          <a:prstGeom prst="rect">
            <a:avLst/>
          </a:prstGeom>
        </p:spPr>
      </p:pic>
      <p:pic>
        <p:nvPicPr>
          <p:cNvPr id="124" name="Picture 123" descr="asset_123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6274593" y="5768577"/>
            <a:ext cx="47624" cy="53578"/>
          </a:xfrm>
          <a:prstGeom prst="rect">
            <a:avLst/>
          </a:prstGeom>
        </p:spPr>
      </p:pic>
      <p:pic>
        <p:nvPicPr>
          <p:cNvPr id="125" name="Picture 124" descr="asset_124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8917781" y="5768577"/>
            <a:ext cx="47624" cy="53578"/>
          </a:xfrm>
          <a:prstGeom prst="rect">
            <a:avLst/>
          </a:prstGeom>
        </p:spPr>
      </p:pic>
      <p:pic>
        <p:nvPicPr>
          <p:cNvPr id="126" name="Picture 125" descr="asset_125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19124" y="6006702"/>
            <a:ext cx="47624" cy="47624"/>
          </a:xfrm>
          <a:prstGeom prst="rect">
            <a:avLst/>
          </a:prstGeom>
        </p:spPr>
      </p:pic>
      <p:pic>
        <p:nvPicPr>
          <p:cNvPr id="127" name="Picture 126" descr="asset_126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3446859" y="6006702"/>
            <a:ext cx="47624" cy="47624"/>
          </a:xfrm>
          <a:prstGeom prst="rect">
            <a:avLst/>
          </a:prstGeom>
        </p:spPr>
      </p:pic>
      <p:pic>
        <p:nvPicPr>
          <p:cNvPr id="128" name="Picture 127" descr="asset_127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274593" y="6006702"/>
            <a:ext cx="47624" cy="47624"/>
          </a:xfrm>
          <a:prstGeom prst="rect">
            <a:avLst/>
          </a:prstGeom>
        </p:spPr>
      </p:pic>
      <p:pic>
        <p:nvPicPr>
          <p:cNvPr id="129" name="Picture 128" descr="asset_128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8917781" y="6006702"/>
            <a:ext cx="47624" cy="47624"/>
          </a:xfrm>
          <a:prstGeom prst="rect">
            <a:avLst/>
          </a:prstGeom>
        </p:spPr>
      </p:pic>
      <p:pic>
        <p:nvPicPr>
          <p:cNvPr id="131" name="Picture 130" descr="asset_130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11781234" y="6369843"/>
            <a:ext cx="47624" cy="53578"/>
          </a:xfrm>
          <a:prstGeom prst="rect">
            <a:avLst/>
          </a:prstGeom>
        </p:spPr>
      </p:pic>
      <p:pic>
        <p:nvPicPr>
          <p:cNvPr id="132" name="Picture 131" descr="asset_131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11912202" y="6369843"/>
            <a:ext cx="47624" cy="47624"/>
          </a:xfrm>
          <a:prstGeom prst="rect">
            <a:avLst/>
          </a:prstGeom>
        </p:spPr>
      </p:pic>
      <p:pic>
        <p:nvPicPr>
          <p:cNvPr id="133" name="Picture 132" descr="asset_132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12049124" y="6375796"/>
            <a:ext cx="41671" cy="41671"/>
          </a:xfrm>
          <a:prstGeom prst="rect">
            <a:avLst/>
          </a:prstGeom>
        </p:spPr>
      </p:pic>
      <p:pic>
        <p:nvPicPr>
          <p:cNvPr id="134" name="Picture 133" descr="asset_133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11650265" y="6506765"/>
            <a:ext cx="41671" cy="47624"/>
          </a:xfrm>
          <a:prstGeom prst="rect">
            <a:avLst/>
          </a:prstGeom>
        </p:spPr>
      </p:pic>
      <p:pic>
        <p:nvPicPr>
          <p:cNvPr id="135" name="Picture 134" descr="asset_134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11781234" y="6506765"/>
            <a:ext cx="47624" cy="47624"/>
          </a:xfrm>
          <a:prstGeom prst="rect">
            <a:avLst/>
          </a:prstGeom>
        </p:spPr>
      </p:pic>
      <p:pic>
        <p:nvPicPr>
          <p:cNvPr id="136" name="Picture 135" descr="asset_135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11912202" y="6506765"/>
            <a:ext cx="47624" cy="47624"/>
          </a:xfrm>
          <a:prstGeom prst="rect">
            <a:avLst/>
          </a:prstGeom>
        </p:spPr>
      </p:pic>
      <p:pic>
        <p:nvPicPr>
          <p:cNvPr id="137" name="Picture 136" descr="asset_136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12049124" y="6506765"/>
            <a:ext cx="41671" cy="47624"/>
          </a:xfrm>
          <a:prstGeom prst="rect">
            <a:avLst/>
          </a:prstGeom>
        </p:spPr>
      </p:pic>
      <p:pic>
        <p:nvPicPr>
          <p:cNvPr id="138" name="Picture 137" descr="asset_137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11650265" y="6637734"/>
            <a:ext cx="47624" cy="53578"/>
          </a:xfrm>
          <a:prstGeom prst="rect">
            <a:avLst/>
          </a:prstGeom>
        </p:spPr>
      </p:pic>
      <p:pic>
        <p:nvPicPr>
          <p:cNvPr id="139" name="Picture 138" descr="asset_138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11781234" y="6637734"/>
            <a:ext cx="47624" cy="53578"/>
          </a:xfrm>
          <a:prstGeom prst="rect">
            <a:avLst/>
          </a:prstGeom>
        </p:spPr>
      </p:pic>
      <p:pic>
        <p:nvPicPr>
          <p:cNvPr id="140" name="Picture 139" descr="asset_139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11912202" y="6637734"/>
            <a:ext cx="47624" cy="53578"/>
          </a:xfrm>
          <a:prstGeom prst="rect">
            <a:avLst/>
          </a:prstGeom>
        </p:spPr>
      </p:pic>
      <p:pic>
        <p:nvPicPr>
          <p:cNvPr id="141" name="Picture 140" descr="asset_140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12049124" y="6643687"/>
            <a:ext cx="41671" cy="47624"/>
          </a:xfrm>
          <a:prstGeom prst="rect">
            <a:avLst/>
          </a:prstGeom>
        </p:spPr>
      </p:pic>
      <p:sp>
        <p:nvSpPr>
          <p:cNvPr id="246" name="TextBox 1"/>
          <p:cNvSpPr txBox="1"/>
          <p:nvPr/>
        </p:nvSpPr>
        <p:spPr>
          <a:xfrm>
            <a:off x="625078" y="261937"/>
            <a:ext cx="3095624" cy="511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800" b="1" i="0">
                <a:solidFill>
                  <a:srgbClr val="061B63"/>
                </a:solidFill>
                <a:latin typeface="微软雅黑" panose="020B0503020204020204" charset="-122"/>
              </a:rPr>
              <a:t>系统架构分层</a:t>
            </a:r>
            <a:endParaRPr sz="3800" b="1" i="0">
              <a:solidFill>
                <a:srgbClr val="061B63"/>
              </a:solidFill>
              <a:latin typeface="微软雅黑" panose="020B0503020204020204" charset="-122"/>
            </a:endParaRPr>
          </a:p>
        </p:txBody>
      </p:sp>
      <p:sp>
        <p:nvSpPr>
          <p:cNvPr id="247" name="TextBox 2"/>
          <p:cNvSpPr txBox="1"/>
          <p:nvPr/>
        </p:nvSpPr>
        <p:spPr>
          <a:xfrm>
            <a:off x="3672205" y="428625"/>
            <a:ext cx="4742815" cy="345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062B7F"/>
                </a:solidFill>
                <a:latin typeface="微软雅黑" panose="020B0503020204020204" charset="-122"/>
              </a:rPr>
              <a:t>以分层架构视图说明 React/Vite 前端、Flask API 后端、generation/export/image</a:t>
            </a:r>
            <a:endParaRPr sz="1000" b="0" i="0">
              <a:solidFill>
                <a:srgbClr val="062B7F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062B7F"/>
                </a:solidFill>
                <a:latin typeface="微软雅黑" panose="020B0503020204020204" charset="-122"/>
              </a:rPr>
              <a:t>核心模块、integrations 模型接入与 jobs 持久化之间的关系。</a:t>
            </a:r>
            <a:endParaRPr sz="1000" b="0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48" name="TextBox 3"/>
          <p:cNvSpPr txBox="1"/>
          <p:nvPr/>
        </p:nvSpPr>
        <p:spPr>
          <a:xfrm>
            <a:off x="8878172" y="523874"/>
            <a:ext cx="982265" cy="2262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6319A"/>
                </a:solidFill>
                <a:latin typeface="微软雅黑" panose="020B0503020204020204" charset="-122"/>
              </a:rPr>
              <a:t>AI 生成工作流</a:t>
            </a:r>
            <a:endParaRPr sz="1000" b="1" i="0">
              <a:solidFill>
                <a:srgbClr val="06319A"/>
              </a:solidFill>
              <a:latin typeface="微软雅黑" panose="020B0503020204020204" charset="-122"/>
            </a:endParaRPr>
          </a:p>
        </p:txBody>
      </p:sp>
      <p:sp>
        <p:nvSpPr>
          <p:cNvPr id="249" name="TextBox 4"/>
          <p:cNvSpPr txBox="1"/>
          <p:nvPr/>
        </p:nvSpPr>
        <p:spPr>
          <a:xfrm>
            <a:off x="10039032" y="523874"/>
            <a:ext cx="803671" cy="2262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6319A"/>
                </a:solidFill>
                <a:latin typeface="微软雅黑" panose="020B0503020204020204" charset="-122"/>
              </a:rPr>
              <a:t>企业级治理</a:t>
            </a:r>
            <a:endParaRPr sz="1000" b="1" i="0">
              <a:solidFill>
                <a:srgbClr val="06319A"/>
              </a:solidFill>
              <a:latin typeface="微软雅黑" panose="020B0503020204020204" charset="-122"/>
            </a:endParaRPr>
          </a:p>
        </p:txBody>
      </p:sp>
      <p:sp>
        <p:nvSpPr>
          <p:cNvPr id="250" name="TextBox 5"/>
          <p:cNvSpPr txBox="1"/>
          <p:nvPr/>
        </p:nvSpPr>
        <p:spPr>
          <a:xfrm>
            <a:off x="11039157" y="523874"/>
            <a:ext cx="892968" cy="2262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06319A"/>
                </a:solidFill>
                <a:latin typeface="微软雅黑" panose="020B0503020204020204" charset="-122"/>
              </a:rPr>
              <a:t>可追踪任务流</a:t>
            </a:r>
            <a:endParaRPr sz="1000" b="1" i="0">
              <a:solidFill>
                <a:srgbClr val="06319A"/>
              </a:solidFill>
              <a:latin typeface="微软雅黑" panose="020B0503020204020204" charset="-122"/>
            </a:endParaRPr>
          </a:p>
        </p:txBody>
      </p:sp>
      <p:sp>
        <p:nvSpPr>
          <p:cNvPr id="251" name="TextBox 6"/>
          <p:cNvSpPr txBox="1"/>
          <p:nvPr/>
        </p:nvSpPr>
        <p:spPr>
          <a:xfrm>
            <a:off x="2229961" y="1345406"/>
            <a:ext cx="535781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前端层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2" name="TextBox 7"/>
          <p:cNvSpPr txBox="1"/>
          <p:nvPr/>
        </p:nvSpPr>
        <p:spPr>
          <a:xfrm>
            <a:off x="2229961" y="2095499"/>
            <a:ext cx="535781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</a:rPr>
              <a:t>接口层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3" name="TextBox 8"/>
          <p:cNvSpPr txBox="1"/>
          <p:nvPr/>
        </p:nvSpPr>
        <p:spPr>
          <a:xfrm>
            <a:off x="2110898" y="2851546"/>
            <a:ext cx="773906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核心能力层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4" name="TextBox 9"/>
          <p:cNvSpPr txBox="1"/>
          <p:nvPr/>
        </p:nvSpPr>
        <p:spPr>
          <a:xfrm>
            <a:off x="2110898" y="3595687"/>
            <a:ext cx="773906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模型接入层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5" name="TextBox 10"/>
          <p:cNvSpPr txBox="1"/>
          <p:nvPr/>
        </p:nvSpPr>
        <p:spPr>
          <a:xfrm>
            <a:off x="2110898" y="4345781"/>
            <a:ext cx="773906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持久化层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6" name="TextBox 11"/>
          <p:cNvSpPr txBox="1"/>
          <p:nvPr/>
        </p:nvSpPr>
        <p:spPr>
          <a:xfrm>
            <a:off x="3262312" y="1363265"/>
            <a:ext cx="1309687" cy="2619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62B7F"/>
                </a:solidFill>
                <a:latin typeface="微软雅黑" panose="020B0503020204020204" charset="-122"/>
              </a:rPr>
              <a:t>React / Vite</a:t>
            </a:r>
            <a:endParaRPr sz="1200" b="1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57" name="TextBox 12"/>
          <p:cNvSpPr txBox="1"/>
          <p:nvPr/>
        </p:nvSpPr>
        <p:spPr>
          <a:xfrm>
            <a:off x="3262312" y="2113359"/>
            <a:ext cx="1250156" cy="2619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62B7F"/>
                </a:solidFill>
                <a:latin typeface="微软雅黑" panose="020B0503020204020204" charset="-122"/>
              </a:rPr>
              <a:t>Flask API</a:t>
            </a:r>
            <a:endParaRPr sz="1200" b="1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58" name="TextBox 13"/>
          <p:cNvSpPr txBox="1"/>
          <p:nvPr/>
        </p:nvSpPr>
        <p:spPr>
          <a:xfrm>
            <a:off x="3173015" y="2869406"/>
            <a:ext cx="1696640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062B7F"/>
                </a:solidFill>
                <a:latin typeface="微软雅黑" panose="020B0503020204020204" charset="-122"/>
              </a:rPr>
              <a:t>generation / export / image</a:t>
            </a:r>
            <a:endParaRPr sz="800" b="1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59" name="TextBox 14"/>
          <p:cNvSpPr txBox="1"/>
          <p:nvPr/>
        </p:nvSpPr>
        <p:spPr>
          <a:xfrm>
            <a:off x="3262312" y="3607593"/>
            <a:ext cx="1250156" cy="2619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62B7F"/>
                </a:solidFill>
                <a:latin typeface="微软雅黑" panose="020B0503020204020204" charset="-122"/>
              </a:rPr>
              <a:t>integrations</a:t>
            </a:r>
            <a:endParaRPr sz="1200" b="1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60" name="TextBox 15"/>
          <p:cNvSpPr txBox="1"/>
          <p:nvPr/>
        </p:nvSpPr>
        <p:spPr>
          <a:xfrm>
            <a:off x="3262312" y="4351734"/>
            <a:ext cx="714374" cy="2619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62B7F"/>
                </a:solidFill>
                <a:latin typeface="微软雅黑" panose="020B0503020204020204" charset="-122"/>
              </a:rPr>
              <a:t>jobs</a:t>
            </a:r>
            <a:endParaRPr sz="1200" b="1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61" name="TextBox 16"/>
          <p:cNvSpPr txBox="1"/>
          <p:nvPr/>
        </p:nvSpPr>
        <p:spPr>
          <a:xfrm>
            <a:off x="5424328" y="1370250"/>
            <a:ext cx="833437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06142F"/>
                </a:solidFill>
                <a:latin typeface="微软雅黑" panose="020B0503020204020204" charset="-122"/>
              </a:rPr>
              <a:t>CreationForm</a:t>
            </a:r>
            <a:endParaRPr sz="10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62" name="TextBox 17"/>
          <p:cNvSpPr txBox="1"/>
          <p:nvPr/>
        </p:nvSpPr>
        <p:spPr>
          <a:xfrm>
            <a:off x="6904910" y="1370250"/>
            <a:ext cx="773906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06142F"/>
                </a:solidFill>
                <a:latin typeface="微软雅黑" panose="020B0503020204020204" charset="-122"/>
              </a:rPr>
              <a:t>PPT Studio</a:t>
            </a:r>
            <a:endParaRPr sz="10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63" name="TextBox 18"/>
          <p:cNvSpPr txBox="1"/>
          <p:nvPr/>
        </p:nvSpPr>
        <p:spPr>
          <a:xfrm>
            <a:off x="8312308" y="1349930"/>
            <a:ext cx="773906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06142F"/>
                </a:solidFill>
                <a:latin typeface="微软雅黑" panose="020B0503020204020204" charset="-122"/>
              </a:rPr>
              <a:t>TaskCenter</a:t>
            </a:r>
            <a:endParaRPr sz="10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64" name="TextBox 19"/>
          <p:cNvSpPr txBox="1"/>
          <p:nvPr/>
        </p:nvSpPr>
        <p:spPr>
          <a:xfrm>
            <a:off x="9695576" y="1360090"/>
            <a:ext cx="773906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06142F"/>
                </a:solidFill>
                <a:latin typeface="微软雅黑" panose="020B0503020204020204" charset="-122"/>
              </a:rPr>
              <a:t>AgentChat</a:t>
            </a:r>
            <a:endParaRPr sz="10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65" name="TextBox 20"/>
          <p:cNvSpPr txBox="1"/>
          <p:nvPr/>
        </p:nvSpPr>
        <p:spPr>
          <a:xfrm>
            <a:off x="5459015" y="2110184"/>
            <a:ext cx="1012031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6142F"/>
                </a:solidFill>
                <a:latin typeface="微软雅黑" panose="020B0503020204020204" charset="-122"/>
              </a:rPr>
              <a:t>Blueprint 路由</a:t>
            </a:r>
            <a:endParaRPr sz="12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66" name="TextBox 21"/>
          <p:cNvSpPr txBox="1"/>
          <p:nvPr/>
        </p:nvSpPr>
        <p:spPr>
          <a:xfrm>
            <a:off x="7369571" y="2110184"/>
            <a:ext cx="952499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6142F"/>
                </a:solidFill>
                <a:latin typeface="微软雅黑" panose="020B0503020204020204" charset="-122"/>
              </a:rPr>
              <a:t>Service 编排</a:t>
            </a:r>
            <a:endParaRPr sz="12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67" name="TextBox 22"/>
          <p:cNvSpPr txBox="1"/>
          <p:nvPr/>
        </p:nvSpPr>
        <p:spPr>
          <a:xfrm>
            <a:off x="9304337" y="2110184"/>
            <a:ext cx="1012031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6142F"/>
                </a:solidFill>
                <a:latin typeface="微软雅黑" panose="020B0503020204020204" charset="-122"/>
              </a:rPr>
              <a:t>Pipeline 执行</a:t>
            </a:r>
            <a:endParaRPr sz="12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68" name="TextBox 23"/>
          <p:cNvSpPr txBox="1"/>
          <p:nvPr/>
        </p:nvSpPr>
        <p:spPr>
          <a:xfrm>
            <a:off x="5398055" y="2844164"/>
            <a:ext cx="892968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6142F"/>
                </a:solidFill>
                <a:latin typeface="微软雅黑" panose="020B0503020204020204" charset="-122"/>
              </a:rPr>
              <a:t>内容规划</a:t>
            </a:r>
            <a:endParaRPr sz="12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69" name="TextBox 24"/>
          <p:cNvSpPr txBox="1"/>
          <p:nvPr/>
        </p:nvSpPr>
        <p:spPr>
          <a:xfrm>
            <a:off x="7439977" y="2844164"/>
            <a:ext cx="892968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6142F"/>
                </a:solidFill>
                <a:latin typeface="微软雅黑" panose="020B0503020204020204" charset="-122"/>
              </a:rPr>
              <a:t>导出编排</a:t>
            </a:r>
            <a:endParaRPr sz="12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70" name="TextBox 25"/>
          <p:cNvSpPr txBox="1"/>
          <p:nvPr/>
        </p:nvSpPr>
        <p:spPr>
          <a:xfrm>
            <a:off x="9344977" y="2844164"/>
            <a:ext cx="892968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6142F"/>
                </a:solidFill>
                <a:latin typeface="微软雅黑" panose="020B0503020204020204" charset="-122"/>
              </a:rPr>
              <a:t>图像处理</a:t>
            </a:r>
            <a:endParaRPr sz="12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71" name="TextBox 26"/>
          <p:cNvSpPr txBox="1"/>
          <p:nvPr/>
        </p:nvSpPr>
        <p:spPr>
          <a:xfrm>
            <a:off x="5459015" y="3655218"/>
            <a:ext cx="892968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6142F"/>
                </a:solidFill>
                <a:latin typeface="微软雅黑" panose="020B0503020204020204" charset="-122"/>
              </a:rPr>
              <a:t>模型接入</a:t>
            </a:r>
            <a:endParaRPr sz="12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72" name="TextBox 27"/>
          <p:cNvSpPr txBox="1"/>
          <p:nvPr/>
        </p:nvSpPr>
        <p:spPr>
          <a:xfrm>
            <a:off x="7348537" y="3614578"/>
            <a:ext cx="952499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06142F"/>
                </a:solidFill>
                <a:latin typeface="微软雅黑" panose="020B0503020204020204" charset="-122"/>
              </a:rPr>
              <a:t>Prompt 适配</a:t>
            </a:r>
            <a:endParaRPr sz="10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73" name="TextBox 28"/>
          <p:cNvSpPr txBox="1"/>
          <p:nvPr/>
        </p:nvSpPr>
        <p:spPr>
          <a:xfrm>
            <a:off x="9170511" y="3594258"/>
            <a:ext cx="1131093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06142F"/>
                </a:solidFill>
                <a:latin typeface="微软雅黑" panose="020B0503020204020204" charset="-122"/>
              </a:rPr>
              <a:t>SDK/HTTP Adapter</a:t>
            </a:r>
            <a:endParaRPr sz="10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74" name="TextBox 29"/>
          <p:cNvSpPr txBox="1"/>
          <p:nvPr/>
        </p:nvSpPr>
        <p:spPr>
          <a:xfrm>
            <a:off x="5296455" y="4338399"/>
            <a:ext cx="892968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6142F"/>
                </a:solidFill>
                <a:latin typeface="微软雅黑" panose="020B0503020204020204" charset="-122"/>
              </a:rPr>
              <a:t>任务状态</a:t>
            </a:r>
            <a:endParaRPr sz="12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75" name="TextBox 30"/>
          <p:cNvSpPr txBox="1"/>
          <p:nvPr/>
        </p:nvSpPr>
        <p:spPr>
          <a:xfrm>
            <a:off x="6671627" y="4338399"/>
            <a:ext cx="892968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6142F"/>
                </a:solidFill>
                <a:latin typeface="微软雅黑" panose="020B0503020204020204" charset="-122"/>
              </a:rPr>
              <a:t>结果存档</a:t>
            </a:r>
            <a:endParaRPr sz="12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76" name="TextBox 31"/>
          <p:cNvSpPr txBox="1"/>
          <p:nvPr/>
        </p:nvSpPr>
        <p:spPr>
          <a:xfrm>
            <a:off x="8112283" y="4338399"/>
            <a:ext cx="892968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6142F"/>
                </a:solidFill>
                <a:latin typeface="微软雅黑" panose="020B0503020204020204" charset="-122"/>
              </a:rPr>
              <a:t>重试记录</a:t>
            </a:r>
            <a:endParaRPr sz="12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77" name="TextBox 32"/>
          <p:cNvSpPr txBox="1"/>
          <p:nvPr/>
        </p:nvSpPr>
        <p:spPr>
          <a:xfrm>
            <a:off x="9529127" y="4338399"/>
            <a:ext cx="892968" cy="2500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06142F"/>
                </a:solidFill>
                <a:latin typeface="微软雅黑" panose="020B0503020204020204" charset="-122"/>
              </a:rPr>
              <a:t>审计追踪</a:t>
            </a:r>
            <a:endParaRPr sz="12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78" name="TextBox 33"/>
          <p:cNvSpPr txBox="1"/>
          <p:nvPr/>
        </p:nvSpPr>
        <p:spPr>
          <a:xfrm>
            <a:off x="535781" y="2803921"/>
            <a:ext cx="833437" cy="8929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2B7F"/>
                </a:solidFill>
                <a:latin typeface="微软雅黑" panose="020B0503020204020204" charset="-122"/>
              </a:rPr>
              <a:t>从创作入口发起</a:t>
            </a:r>
            <a:endParaRPr sz="900" b="0" i="0">
              <a:solidFill>
                <a:srgbClr val="062B7F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2B7F"/>
                </a:solidFill>
                <a:latin typeface="微软雅黑" panose="020B0503020204020204" charset="-122"/>
              </a:rPr>
              <a:t>请求，经接口层</a:t>
            </a:r>
            <a:endParaRPr sz="900" b="0" i="0">
              <a:solidFill>
                <a:srgbClr val="062B7F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2B7F"/>
                </a:solidFill>
                <a:latin typeface="微软雅黑" panose="020B0503020204020204" charset="-122"/>
              </a:rPr>
              <a:t>调度到核心能力，</a:t>
            </a:r>
            <a:endParaRPr sz="900" b="0" i="0">
              <a:solidFill>
                <a:srgbClr val="062B7F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2B7F"/>
                </a:solidFill>
                <a:latin typeface="微软雅黑" panose="020B0503020204020204" charset="-122"/>
              </a:rPr>
              <a:t>再由模型接入层</a:t>
            </a:r>
            <a:endParaRPr sz="900" b="0" i="0">
              <a:solidFill>
                <a:srgbClr val="062B7F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2B7F"/>
                </a:solidFill>
                <a:latin typeface="微软雅黑" panose="020B0503020204020204" charset="-122"/>
              </a:rPr>
              <a:t>生成内容并持久</a:t>
            </a:r>
            <a:endParaRPr sz="900" b="0" i="0">
              <a:solidFill>
                <a:srgbClr val="062B7F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2B7F"/>
                </a:solidFill>
                <a:latin typeface="微软雅黑" panose="020B0503020204020204" charset="-122"/>
              </a:rPr>
              <a:t>化任务结果。</a:t>
            </a:r>
            <a:endParaRPr sz="900" b="0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79" name="TextBox 34"/>
          <p:cNvSpPr txBox="1"/>
          <p:nvPr/>
        </p:nvSpPr>
        <p:spPr>
          <a:xfrm>
            <a:off x="10750550" y="2762250"/>
            <a:ext cx="833120" cy="716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2B7F"/>
                </a:solidFill>
                <a:latin typeface="微软雅黑" panose="020B0503020204020204" charset="-122"/>
              </a:rPr>
              <a:t>全链路可追踪，</a:t>
            </a:r>
            <a:endParaRPr sz="900" b="0" i="0">
              <a:solidFill>
                <a:srgbClr val="062B7F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2B7F"/>
                </a:solidFill>
                <a:latin typeface="微软雅黑" panose="020B0503020204020204" charset="-122"/>
              </a:rPr>
              <a:t>任务状态与结果</a:t>
            </a:r>
            <a:endParaRPr sz="900" b="0" i="0">
              <a:solidFill>
                <a:srgbClr val="062B7F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2B7F"/>
                </a:solidFill>
                <a:latin typeface="微软雅黑" panose="020B0503020204020204" charset="-122"/>
              </a:rPr>
              <a:t>版本化存档，确</a:t>
            </a:r>
            <a:endParaRPr sz="900" b="0" i="0">
              <a:solidFill>
                <a:srgbClr val="062B7F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2B7F"/>
                </a:solidFill>
                <a:latin typeface="微软雅黑" panose="020B0503020204020204" charset="-122"/>
              </a:rPr>
              <a:t>保可审计与可追</a:t>
            </a:r>
            <a:endParaRPr sz="900" b="0" i="0">
              <a:solidFill>
                <a:srgbClr val="062B7F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2B7F"/>
                </a:solidFill>
                <a:latin typeface="微软雅黑" panose="020B0503020204020204" charset="-122"/>
              </a:rPr>
              <a:t>溯。</a:t>
            </a:r>
            <a:endParaRPr sz="900" b="0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80" name="TextBox 35"/>
          <p:cNvSpPr txBox="1"/>
          <p:nvPr/>
        </p:nvSpPr>
        <p:spPr>
          <a:xfrm>
            <a:off x="1017984" y="5137546"/>
            <a:ext cx="892968" cy="238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62B7F"/>
                </a:solidFill>
                <a:latin typeface="微软雅黑" panose="020B0503020204020204" charset="-122"/>
              </a:rPr>
              <a:t>创作入口</a:t>
            </a:r>
            <a:endParaRPr sz="1900" b="1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81" name="TextBox 36"/>
          <p:cNvSpPr txBox="1"/>
          <p:nvPr/>
        </p:nvSpPr>
        <p:spPr>
          <a:xfrm>
            <a:off x="3869531" y="5137546"/>
            <a:ext cx="892968" cy="238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62B7F"/>
                </a:solidFill>
                <a:latin typeface="微软雅黑" panose="020B0503020204020204" charset="-122"/>
              </a:rPr>
              <a:t>任务编排</a:t>
            </a:r>
            <a:endParaRPr sz="1900" b="1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82" name="TextBox 37"/>
          <p:cNvSpPr txBox="1"/>
          <p:nvPr/>
        </p:nvSpPr>
        <p:spPr>
          <a:xfrm>
            <a:off x="6637734" y="5137546"/>
            <a:ext cx="892968" cy="238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62B7F"/>
                </a:solidFill>
                <a:latin typeface="微软雅黑" panose="020B0503020204020204" charset="-122"/>
              </a:rPr>
              <a:t>核心能力</a:t>
            </a:r>
            <a:endParaRPr sz="1900" b="1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83" name="TextBox 38"/>
          <p:cNvSpPr txBox="1"/>
          <p:nvPr/>
        </p:nvSpPr>
        <p:spPr>
          <a:xfrm>
            <a:off x="9322593" y="5137546"/>
            <a:ext cx="1012031" cy="238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062B7F"/>
                </a:solidFill>
                <a:latin typeface="微软雅黑" panose="020B0503020204020204" charset="-122"/>
              </a:rPr>
              <a:t>治理与存档</a:t>
            </a:r>
            <a:endParaRPr sz="1900" b="1" i="0">
              <a:solidFill>
                <a:srgbClr val="062B7F"/>
              </a:solidFill>
              <a:latin typeface="微软雅黑" panose="020B0503020204020204" charset="-122"/>
            </a:endParaRPr>
          </a:p>
        </p:txBody>
      </p:sp>
      <p:sp>
        <p:nvSpPr>
          <p:cNvPr id="284" name="TextBox 39"/>
          <p:cNvSpPr txBox="1"/>
          <p:nvPr/>
        </p:nvSpPr>
        <p:spPr>
          <a:xfrm>
            <a:off x="603170" y="5475684"/>
            <a:ext cx="244078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142F"/>
                </a:solidFill>
                <a:latin typeface="微软雅黑" panose="020B0503020204020204" charset="-122"/>
              </a:rPr>
              <a:t>  提供多入口创作方式（表单 / Studio / 对话）</a:t>
            </a:r>
            <a:endParaRPr sz="9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85" name="TextBox 40"/>
          <p:cNvSpPr txBox="1"/>
          <p:nvPr/>
        </p:nvSpPr>
        <p:spPr>
          <a:xfrm>
            <a:off x="612695" y="5708570"/>
            <a:ext cx="1845468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142F"/>
                </a:solidFill>
                <a:latin typeface="微软雅黑" panose="020B0503020204020204" charset="-122"/>
              </a:rPr>
              <a:t>  实时校验与体验优化</a:t>
            </a:r>
            <a:endParaRPr sz="9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86" name="TextBox 41"/>
          <p:cNvSpPr txBox="1"/>
          <p:nvPr/>
        </p:nvSpPr>
        <p:spPr>
          <a:xfrm>
            <a:off x="620315" y="5951219"/>
            <a:ext cx="196453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142F"/>
                </a:solidFill>
                <a:latin typeface="微软雅黑" panose="020B0503020204020204" charset="-122"/>
              </a:rPr>
              <a:t>  权限与配置信息前置校验</a:t>
            </a:r>
            <a:endParaRPr sz="9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87" name="TextBox 42"/>
          <p:cNvSpPr txBox="1"/>
          <p:nvPr/>
        </p:nvSpPr>
        <p:spPr>
          <a:xfrm>
            <a:off x="3440906" y="5474414"/>
            <a:ext cx="2143124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142F"/>
                </a:solidFill>
                <a:latin typeface="微软雅黑" panose="020B0503020204020204" charset="-122"/>
              </a:rPr>
              <a:t>  路由与服务解耦，单一职责</a:t>
            </a:r>
            <a:endParaRPr sz="9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88" name="TextBox 43"/>
          <p:cNvSpPr txBox="1"/>
          <p:nvPr/>
        </p:nvSpPr>
        <p:spPr>
          <a:xfrm>
            <a:off x="3440906" y="5724445"/>
            <a:ext cx="2262187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142F"/>
                </a:solidFill>
                <a:latin typeface="微软雅黑" panose="020B0503020204020204" charset="-122"/>
              </a:rPr>
              <a:t>  Pipeline 编排串联各核心能力</a:t>
            </a:r>
            <a:endParaRPr sz="9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89" name="TextBox 44"/>
          <p:cNvSpPr txBox="1"/>
          <p:nvPr/>
        </p:nvSpPr>
        <p:spPr>
          <a:xfrm>
            <a:off x="3440906" y="5980429"/>
            <a:ext cx="2321718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FF0000"/>
                </a:solidFill>
                <a:latin typeface="微软雅黑" panose="020B0503020204020204" charset="-122"/>
              </a:rPr>
              <a:t>  超时处理与失败重试保障稳定性</a:t>
            </a:r>
            <a:endParaRPr sz="900" b="0" i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290" name="TextBox 45"/>
          <p:cNvSpPr txBox="1"/>
          <p:nvPr/>
        </p:nvSpPr>
        <p:spPr>
          <a:xfrm>
            <a:off x="6268640" y="5464254"/>
            <a:ext cx="196453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142F"/>
                </a:solidFill>
                <a:latin typeface="微软雅黑" panose="020B0503020204020204" charset="-122"/>
              </a:rPr>
              <a:t>  内容规划驱动生成质量</a:t>
            </a:r>
            <a:endParaRPr sz="9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91" name="TextBox 46"/>
          <p:cNvSpPr txBox="1"/>
          <p:nvPr/>
        </p:nvSpPr>
        <p:spPr>
          <a:xfrm>
            <a:off x="6268640" y="5714285"/>
            <a:ext cx="196453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142F"/>
                </a:solidFill>
                <a:latin typeface="微软雅黑" panose="020B0503020204020204" charset="-122"/>
              </a:rPr>
              <a:t>  导出编排支持多格式输出</a:t>
            </a:r>
            <a:endParaRPr sz="9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92" name="TextBox 47"/>
          <p:cNvSpPr txBox="1"/>
          <p:nvPr/>
        </p:nvSpPr>
        <p:spPr>
          <a:xfrm>
            <a:off x="6268640" y="5970269"/>
            <a:ext cx="196453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142F"/>
                </a:solidFill>
                <a:latin typeface="微软雅黑" panose="020B0503020204020204" charset="-122"/>
              </a:rPr>
              <a:t>  图像处理提升视觉一致性</a:t>
            </a:r>
            <a:endParaRPr sz="9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93" name="TextBox 48"/>
          <p:cNvSpPr txBox="1"/>
          <p:nvPr/>
        </p:nvSpPr>
        <p:spPr>
          <a:xfrm>
            <a:off x="8917781" y="5464254"/>
            <a:ext cx="2143124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142F"/>
                </a:solidFill>
                <a:latin typeface="微软雅黑" panose="020B0503020204020204" charset="-122"/>
              </a:rPr>
              <a:t>  任务全生命周期状态管理</a:t>
            </a:r>
            <a:endParaRPr sz="9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94" name="TextBox 49"/>
          <p:cNvSpPr txBox="1"/>
          <p:nvPr/>
        </p:nvSpPr>
        <p:spPr>
          <a:xfrm>
            <a:off x="8917781" y="5714285"/>
            <a:ext cx="196453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6142F"/>
                </a:solidFill>
                <a:latin typeface="微软雅黑" panose="020B0503020204020204" charset="-122"/>
              </a:rPr>
              <a:t>  结果与版本可追溯存档</a:t>
            </a:r>
            <a:endParaRPr sz="900" b="0" i="0">
              <a:solidFill>
                <a:srgbClr val="06142F"/>
              </a:solidFill>
              <a:latin typeface="微软雅黑" panose="020B0503020204020204" charset="-122"/>
            </a:endParaRPr>
          </a:p>
        </p:txBody>
      </p:sp>
      <p:sp>
        <p:nvSpPr>
          <p:cNvPr id="295" name="TextBox 50"/>
          <p:cNvSpPr txBox="1"/>
          <p:nvPr/>
        </p:nvSpPr>
        <p:spPr>
          <a:xfrm>
            <a:off x="8917781" y="5970269"/>
            <a:ext cx="196453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FF0000"/>
                </a:solidFill>
                <a:latin typeface="微软雅黑" panose="020B0503020204020204" charset="-122"/>
              </a:rPr>
              <a:t>  审计追踪与权限合规</a:t>
            </a:r>
            <a:endParaRPr sz="900" b="0" i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cxnSp>
        <p:nvCxnSpPr>
          <p:cNvPr id="297" name="肘形连接符 296"/>
          <p:cNvCxnSpPr/>
          <p:nvPr/>
        </p:nvCxnSpPr>
        <p:spPr>
          <a:xfrm rot="16200000">
            <a:off x="878205" y="1527175"/>
            <a:ext cx="711200" cy="651510"/>
          </a:xfrm>
          <a:prstGeom prst="bentConnector2">
            <a:avLst/>
          </a:prstGeom>
          <a:ln w="9525">
            <a:solidFill>
              <a:srgbClr val="0013BE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肘形连接符 297"/>
          <p:cNvCxnSpPr/>
          <p:nvPr/>
        </p:nvCxnSpPr>
        <p:spPr>
          <a:xfrm rot="5400000" flipV="1">
            <a:off x="882650" y="3766820"/>
            <a:ext cx="746760" cy="607060"/>
          </a:xfrm>
          <a:prstGeom prst="bentConnector2">
            <a:avLst/>
          </a:prstGeom>
          <a:ln w="9525">
            <a:solidFill>
              <a:srgbClr val="0013BE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肘形连接符 298"/>
          <p:cNvCxnSpPr>
            <a:endCxn id="82" idx="3"/>
          </p:cNvCxnSpPr>
          <p:nvPr/>
        </p:nvCxnSpPr>
        <p:spPr>
          <a:xfrm rot="5400000">
            <a:off x="10410825" y="3687445"/>
            <a:ext cx="965200" cy="546735"/>
          </a:xfrm>
          <a:prstGeom prst="bentConnector2">
            <a:avLst/>
          </a:prstGeom>
          <a:ln w="9525">
            <a:solidFill>
              <a:srgbClr val="0013BE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肘形连接符 299"/>
          <p:cNvCxnSpPr>
            <a:endCxn id="9" idx="3"/>
          </p:cNvCxnSpPr>
          <p:nvPr/>
        </p:nvCxnSpPr>
        <p:spPr>
          <a:xfrm rot="16200000" flipV="1">
            <a:off x="10508615" y="1614805"/>
            <a:ext cx="742950" cy="508635"/>
          </a:xfrm>
          <a:prstGeom prst="bentConnector2">
            <a:avLst/>
          </a:prstGeom>
          <a:ln w="9525">
            <a:solidFill>
              <a:srgbClr val="0013BE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t_0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1687" y="244078"/>
            <a:ext cx="410765" cy="517921"/>
          </a:xfrm>
          <a:prstGeom prst="rect">
            <a:avLst/>
          </a:prstGeom>
        </p:spPr>
      </p:pic>
      <p:pic>
        <p:nvPicPr>
          <p:cNvPr id="3" name="Picture 2" descr="asset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656" y="898921"/>
            <a:ext cx="3863578" cy="1928812"/>
          </a:xfrm>
          <a:prstGeom prst="rect">
            <a:avLst/>
          </a:prstGeom>
        </p:spPr>
      </p:pic>
      <p:pic>
        <p:nvPicPr>
          <p:cNvPr id="4" name="Picture 3" descr="asset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3374" y="994171"/>
            <a:ext cx="35718" cy="1774031"/>
          </a:xfrm>
          <a:prstGeom prst="rect">
            <a:avLst/>
          </a:prstGeom>
        </p:spPr>
      </p:pic>
      <p:pic>
        <p:nvPicPr>
          <p:cNvPr id="5" name="Picture 4" descr="asset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328" y="1017984"/>
            <a:ext cx="3809999" cy="3804046"/>
          </a:xfrm>
          <a:prstGeom prst="rect">
            <a:avLst/>
          </a:prstGeom>
        </p:spPr>
      </p:pic>
      <p:pic>
        <p:nvPicPr>
          <p:cNvPr id="6" name="Picture 5" descr="asset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921" y="1017984"/>
            <a:ext cx="244078" cy="238124"/>
          </a:xfrm>
          <a:prstGeom prst="rect">
            <a:avLst/>
          </a:prstGeom>
        </p:spPr>
      </p:pic>
      <p:pic>
        <p:nvPicPr>
          <p:cNvPr id="7" name="Picture 6" descr="asset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" y="1154906"/>
            <a:ext cx="273843" cy="291703"/>
          </a:xfrm>
          <a:prstGeom prst="rect">
            <a:avLst/>
          </a:prstGeom>
        </p:spPr>
      </p:pic>
      <p:pic>
        <p:nvPicPr>
          <p:cNvPr id="8" name="Picture 7" descr="asset_00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4640" y="1297781"/>
            <a:ext cx="2565796" cy="565546"/>
          </a:xfrm>
          <a:prstGeom prst="rect">
            <a:avLst/>
          </a:prstGeom>
        </p:spPr>
      </p:pic>
      <p:pic>
        <p:nvPicPr>
          <p:cNvPr id="9" name="Picture 8" descr="asset_00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0062" y="1315640"/>
            <a:ext cx="1631156" cy="446484"/>
          </a:xfrm>
          <a:prstGeom prst="rect">
            <a:avLst/>
          </a:prstGeom>
        </p:spPr>
      </p:pic>
      <p:pic>
        <p:nvPicPr>
          <p:cNvPr id="10" name="Picture 9" descr="asset_00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8140" y="1315640"/>
            <a:ext cx="1720453" cy="446484"/>
          </a:xfrm>
          <a:prstGeom prst="rect">
            <a:avLst/>
          </a:prstGeom>
        </p:spPr>
      </p:pic>
      <p:pic>
        <p:nvPicPr>
          <p:cNvPr id="11" name="Picture 10" descr="asset_0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2031" y="1381124"/>
            <a:ext cx="2458640" cy="3006328"/>
          </a:xfrm>
          <a:prstGeom prst="rect">
            <a:avLst/>
          </a:prstGeom>
        </p:spPr>
      </p:pic>
      <p:pic>
        <p:nvPicPr>
          <p:cNvPr id="12" name="Picture 11" descr="asset_0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8890" y="1404937"/>
            <a:ext cx="220265" cy="267890"/>
          </a:xfrm>
          <a:prstGeom prst="rect">
            <a:avLst/>
          </a:prstGeom>
        </p:spPr>
      </p:pic>
      <p:pic>
        <p:nvPicPr>
          <p:cNvPr id="13" name="Picture 12" descr="asset_01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7202" y="1410890"/>
            <a:ext cx="273843" cy="250031"/>
          </a:xfrm>
          <a:prstGeom prst="rect">
            <a:avLst/>
          </a:prstGeom>
        </p:spPr>
      </p:pic>
      <p:pic>
        <p:nvPicPr>
          <p:cNvPr id="14" name="Picture 13" descr="asset_0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80734" y="1440656"/>
            <a:ext cx="125015" cy="89296"/>
          </a:xfrm>
          <a:prstGeom prst="rect">
            <a:avLst/>
          </a:prstGeom>
        </p:spPr>
      </p:pic>
      <p:pic>
        <p:nvPicPr>
          <p:cNvPr id="15" name="Picture 14" descr="asset_01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10437" y="1476374"/>
            <a:ext cx="458390" cy="250031"/>
          </a:xfrm>
          <a:prstGeom prst="rect">
            <a:avLst/>
          </a:prstGeom>
        </p:spPr>
      </p:pic>
      <p:pic>
        <p:nvPicPr>
          <p:cNvPr id="16" name="Picture 15" descr="asset_01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0296" y="1535906"/>
            <a:ext cx="3458765" cy="2583656"/>
          </a:xfrm>
          <a:prstGeom prst="rect">
            <a:avLst/>
          </a:prstGeom>
        </p:spPr>
      </p:pic>
      <p:pic>
        <p:nvPicPr>
          <p:cNvPr id="17" name="Picture 16" descr="asset_01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61234" y="1631156"/>
            <a:ext cx="589359" cy="273843"/>
          </a:xfrm>
          <a:prstGeom prst="rect">
            <a:avLst/>
          </a:prstGeom>
        </p:spPr>
      </p:pic>
      <p:pic>
        <p:nvPicPr>
          <p:cNvPr id="18" name="Picture 17" descr="asset_01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5140" y="1678781"/>
            <a:ext cx="345281" cy="303609"/>
          </a:xfrm>
          <a:prstGeom prst="rect">
            <a:avLst/>
          </a:prstGeom>
        </p:spPr>
      </p:pic>
      <p:pic>
        <p:nvPicPr>
          <p:cNvPr id="19" name="Picture 18" descr="asset_01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5312" y="1684734"/>
            <a:ext cx="261937" cy="273843"/>
          </a:xfrm>
          <a:prstGeom prst="rect">
            <a:avLst/>
          </a:prstGeom>
        </p:spPr>
      </p:pic>
      <p:pic>
        <p:nvPicPr>
          <p:cNvPr id="20" name="Picture 19" descr="asset_019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16390" y="1732359"/>
            <a:ext cx="77390" cy="1940718"/>
          </a:xfrm>
          <a:prstGeom prst="rect">
            <a:avLst/>
          </a:prstGeom>
        </p:spPr>
      </p:pic>
      <p:pic>
        <p:nvPicPr>
          <p:cNvPr id="21" name="Picture 20" descr="asset_02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20062" y="1809749"/>
            <a:ext cx="1631156" cy="446484"/>
          </a:xfrm>
          <a:prstGeom prst="rect">
            <a:avLst/>
          </a:prstGeom>
        </p:spPr>
      </p:pic>
      <p:pic>
        <p:nvPicPr>
          <p:cNvPr id="22" name="Picture 21" descr="asset_02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888140" y="1809749"/>
            <a:ext cx="1720453" cy="446484"/>
          </a:xfrm>
          <a:prstGeom prst="rect">
            <a:avLst/>
          </a:prstGeom>
        </p:spPr>
      </p:pic>
      <p:pic>
        <p:nvPicPr>
          <p:cNvPr id="23" name="Picture 22" descr="asset_02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85171" y="1815703"/>
            <a:ext cx="1327546" cy="767953"/>
          </a:xfrm>
          <a:prstGeom prst="rect">
            <a:avLst/>
          </a:prstGeom>
        </p:spPr>
      </p:pic>
      <p:pic>
        <p:nvPicPr>
          <p:cNvPr id="24" name="Picture 23" descr="asset_023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32734" y="1851421"/>
            <a:ext cx="23812" cy="2083593"/>
          </a:xfrm>
          <a:prstGeom prst="rect">
            <a:avLst/>
          </a:prstGeom>
        </p:spPr>
      </p:pic>
      <p:pic>
        <p:nvPicPr>
          <p:cNvPr id="25" name="Picture 24" descr="asset_024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12656" y="1857374"/>
            <a:ext cx="422671" cy="136921"/>
          </a:xfrm>
          <a:prstGeom prst="rect">
            <a:avLst/>
          </a:prstGeom>
        </p:spPr>
      </p:pic>
      <p:pic>
        <p:nvPicPr>
          <p:cNvPr id="26" name="Picture 25" descr="asset_025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470921" y="1887140"/>
            <a:ext cx="511968" cy="255984"/>
          </a:xfrm>
          <a:prstGeom prst="rect">
            <a:avLst/>
          </a:prstGeom>
        </p:spPr>
      </p:pic>
      <p:pic>
        <p:nvPicPr>
          <p:cNvPr id="27" name="Picture 26" descr="asset_026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07202" y="1904999"/>
            <a:ext cx="261937" cy="255984"/>
          </a:xfrm>
          <a:prstGeom prst="rect">
            <a:avLst/>
          </a:prstGeom>
        </p:spPr>
      </p:pic>
      <p:pic>
        <p:nvPicPr>
          <p:cNvPr id="28" name="Picture 27" descr="asset_027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33171" y="1916906"/>
            <a:ext cx="297656" cy="238124"/>
          </a:xfrm>
          <a:prstGeom prst="rect">
            <a:avLst/>
          </a:prstGeom>
        </p:spPr>
      </p:pic>
      <p:pic>
        <p:nvPicPr>
          <p:cNvPr id="29" name="Picture 28" descr="asset_028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00812" y="1940718"/>
            <a:ext cx="47624" cy="35718"/>
          </a:xfrm>
          <a:prstGeom prst="rect">
            <a:avLst/>
          </a:prstGeom>
        </p:spPr>
      </p:pic>
      <p:pic>
        <p:nvPicPr>
          <p:cNvPr id="30" name="Picture 29" descr="asset_029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36531" y="1964531"/>
            <a:ext cx="59531" cy="47624"/>
          </a:xfrm>
          <a:prstGeom prst="rect">
            <a:avLst/>
          </a:prstGeom>
        </p:spPr>
      </p:pic>
      <p:pic>
        <p:nvPicPr>
          <p:cNvPr id="31" name="Picture 30" descr="asset_030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47234" y="1994296"/>
            <a:ext cx="41671" cy="29765"/>
          </a:xfrm>
          <a:prstGeom prst="rect">
            <a:avLst/>
          </a:prstGeom>
        </p:spPr>
      </p:pic>
      <p:pic>
        <p:nvPicPr>
          <p:cNvPr id="32" name="Picture 31" descr="asset_031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84156" y="2000249"/>
            <a:ext cx="59531" cy="53578"/>
          </a:xfrm>
          <a:prstGeom prst="rect">
            <a:avLst/>
          </a:prstGeom>
        </p:spPr>
      </p:pic>
      <p:pic>
        <p:nvPicPr>
          <p:cNvPr id="33" name="Picture 32" descr="asset_032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94859" y="2024062"/>
            <a:ext cx="35718" cy="29765"/>
          </a:xfrm>
          <a:prstGeom prst="rect">
            <a:avLst/>
          </a:prstGeom>
        </p:spPr>
      </p:pic>
      <p:pic>
        <p:nvPicPr>
          <p:cNvPr id="34" name="Picture 33" descr="asset_033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6531" y="2053828"/>
            <a:ext cx="41671" cy="41671"/>
          </a:xfrm>
          <a:prstGeom prst="rect">
            <a:avLst/>
          </a:prstGeom>
        </p:spPr>
      </p:pic>
      <p:pic>
        <p:nvPicPr>
          <p:cNvPr id="35" name="Picture 34" descr="asset_034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679281" y="2071687"/>
            <a:ext cx="1101328" cy="916781"/>
          </a:xfrm>
          <a:prstGeom prst="rect">
            <a:avLst/>
          </a:prstGeom>
        </p:spPr>
      </p:pic>
      <p:pic>
        <p:nvPicPr>
          <p:cNvPr id="36" name="Picture 35" descr="asset_035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667499" y="2077640"/>
            <a:ext cx="41671" cy="47624"/>
          </a:xfrm>
          <a:prstGeom prst="rect">
            <a:avLst/>
          </a:prstGeom>
        </p:spPr>
      </p:pic>
      <p:pic>
        <p:nvPicPr>
          <p:cNvPr id="37" name="Picture 36" descr="asset_036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584156" y="2101453"/>
            <a:ext cx="41671" cy="47624"/>
          </a:xfrm>
          <a:prstGeom prst="rect">
            <a:avLst/>
          </a:prstGeom>
        </p:spPr>
      </p:pic>
      <p:pic>
        <p:nvPicPr>
          <p:cNvPr id="38" name="Picture 37" descr="asset_037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62624" y="2113359"/>
            <a:ext cx="607218" cy="827484"/>
          </a:xfrm>
          <a:prstGeom prst="rect">
            <a:avLst/>
          </a:prstGeom>
        </p:spPr>
      </p:pic>
      <p:pic>
        <p:nvPicPr>
          <p:cNvPr id="39" name="Picture 38" descr="asset_038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375671" y="2149078"/>
            <a:ext cx="89296" cy="113109"/>
          </a:xfrm>
          <a:prstGeom prst="rect">
            <a:avLst/>
          </a:prstGeom>
        </p:spPr>
      </p:pic>
      <p:pic>
        <p:nvPicPr>
          <p:cNvPr id="40" name="Picture 39" descr="asset_039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637734" y="2155031"/>
            <a:ext cx="41671" cy="41671"/>
          </a:xfrm>
          <a:prstGeom prst="rect">
            <a:avLst/>
          </a:prstGeom>
        </p:spPr>
      </p:pic>
      <p:pic>
        <p:nvPicPr>
          <p:cNvPr id="41" name="Picture 40" descr="asset_040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727031" y="2149078"/>
            <a:ext cx="41671" cy="53578"/>
          </a:xfrm>
          <a:prstGeom prst="rect">
            <a:avLst/>
          </a:prstGeom>
        </p:spPr>
      </p:pic>
      <p:pic>
        <p:nvPicPr>
          <p:cNvPr id="42" name="Picture 41" descr="asset_041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79406" y="2208609"/>
            <a:ext cx="220265" cy="833437"/>
          </a:xfrm>
          <a:prstGeom prst="rect">
            <a:avLst/>
          </a:prstGeom>
        </p:spPr>
      </p:pic>
      <p:pic>
        <p:nvPicPr>
          <p:cNvPr id="43" name="Picture 42" descr="asset_042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768702" y="2208609"/>
            <a:ext cx="47624" cy="71437"/>
          </a:xfrm>
          <a:prstGeom prst="rect">
            <a:avLst/>
          </a:prstGeom>
        </p:spPr>
      </p:pic>
      <p:pic>
        <p:nvPicPr>
          <p:cNvPr id="44" name="Picture 43" descr="asset_043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149452" y="2268140"/>
            <a:ext cx="458390" cy="851296"/>
          </a:xfrm>
          <a:prstGeom prst="rect">
            <a:avLst/>
          </a:prstGeom>
        </p:spPr>
      </p:pic>
      <p:pic>
        <p:nvPicPr>
          <p:cNvPr id="45" name="Picture 44" descr="asset_044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120062" y="2303859"/>
            <a:ext cx="1631156" cy="446484"/>
          </a:xfrm>
          <a:prstGeom prst="rect">
            <a:avLst/>
          </a:prstGeom>
        </p:spPr>
      </p:pic>
      <p:pic>
        <p:nvPicPr>
          <p:cNvPr id="46" name="Picture 45" descr="asset_045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888140" y="2303859"/>
            <a:ext cx="1720453" cy="446484"/>
          </a:xfrm>
          <a:prstGeom prst="rect">
            <a:avLst/>
          </a:prstGeom>
        </p:spPr>
      </p:pic>
      <p:pic>
        <p:nvPicPr>
          <p:cNvPr id="47" name="Picture 46" descr="asset_046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822281" y="2303859"/>
            <a:ext cx="29765" cy="53578"/>
          </a:xfrm>
          <a:prstGeom prst="rect">
            <a:avLst/>
          </a:prstGeom>
        </p:spPr>
      </p:pic>
      <p:pic>
        <p:nvPicPr>
          <p:cNvPr id="48" name="Picture 47" descr="asset_047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107281" y="2315765"/>
            <a:ext cx="357187" cy="363140"/>
          </a:xfrm>
          <a:prstGeom prst="rect">
            <a:avLst/>
          </a:prstGeom>
        </p:spPr>
      </p:pic>
      <p:pic>
        <p:nvPicPr>
          <p:cNvPr id="49" name="Picture 48" descr="asset_048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89359" y="2351484"/>
            <a:ext cx="267890" cy="279796"/>
          </a:xfrm>
          <a:prstGeom prst="rect">
            <a:avLst/>
          </a:prstGeom>
        </p:spPr>
      </p:pic>
      <p:pic>
        <p:nvPicPr>
          <p:cNvPr id="50" name="Picture 49" descr="asset_049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840140" y="2345531"/>
            <a:ext cx="47624" cy="113109"/>
          </a:xfrm>
          <a:prstGeom prst="rect">
            <a:avLst/>
          </a:prstGeom>
        </p:spPr>
      </p:pic>
      <p:pic>
        <p:nvPicPr>
          <p:cNvPr id="51" name="Picture 50" descr="asset_050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0007202" y="2405062"/>
            <a:ext cx="267890" cy="250031"/>
          </a:xfrm>
          <a:prstGeom prst="rect">
            <a:avLst/>
          </a:prstGeom>
        </p:spPr>
      </p:pic>
      <p:pic>
        <p:nvPicPr>
          <p:cNvPr id="52" name="Picture 51" descr="asset_051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245077" y="2434828"/>
            <a:ext cx="273843" cy="178593"/>
          </a:xfrm>
          <a:prstGeom prst="rect">
            <a:avLst/>
          </a:prstGeom>
        </p:spPr>
      </p:pic>
      <p:pic>
        <p:nvPicPr>
          <p:cNvPr id="53" name="Picture 52" descr="asset_052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875859" y="2446734"/>
            <a:ext cx="23812" cy="59531"/>
          </a:xfrm>
          <a:prstGeom prst="rect">
            <a:avLst/>
          </a:prstGeom>
        </p:spPr>
      </p:pic>
      <p:pic>
        <p:nvPicPr>
          <p:cNvPr id="54" name="Picture 53" descr="asset_053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625827" y="2518171"/>
            <a:ext cx="29765" cy="23812"/>
          </a:xfrm>
          <a:prstGeom prst="rect">
            <a:avLst/>
          </a:prstGeom>
        </p:spPr>
      </p:pic>
      <p:pic>
        <p:nvPicPr>
          <p:cNvPr id="55" name="Picture 54" descr="asset_054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423421" y="2536031"/>
            <a:ext cx="321468" cy="273843"/>
          </a:xfrm>
          <a:prstGeom prst="rect">
            <a:avLst/>
          </a:prstGeom>
        </p:spPr>
      </p:pic>
      <p:pic>
        <p:nvPicPr>
          <p:cNvPr id="56" name="Picture 55" descr="asset_055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1650265" y="2756296"/>
            <a:ext cx="125015" cy="77390"/>
          </a:xfrm>
          <a:prstGeom prst="rect">
            <a:avLst/>
          </a:prstGeom>
        </p:spPr>
      </p:pic>
      <p:pic>
        <p:nvPicPr>
          <p:cNvPr id="57" name="Picture 56" descr="asset_056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030765" y="2821781"/>
            <a:ext cx="101203" cy="17859"/>
          </a:xfrm>
          <a:prstGeom prst="rect">
            <a:avLst/>
          </a:prstGeom>
        </p:spPr>
      </p:pic>
      <p:pic>
        <p:nvPicPr>
          <p:cNvPr id="58" name="Picture 57" descr="asset_057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953374" y="2893218"/>
            <a:ext cx="3821906" cy="1946671"/>
          </a:xfrm>
          <a:prstGeom prst="rect">
            <a:avLst/>
          </a:prstGeom>
        </p:spPr>
      </p:pic>
      <p:pic>
        <p:nvPicPr>
          <p:cNvPr id="59" name="Picture 58" descr="asset_058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1775280" y="2976562"/>
            <a:ext cx="23812" cy="1785937"/>
          </a:xfrm>
          <a:prstGeom prst="rect">
            <a:avLst/>
          </a:prstGeom>
        </p:spPr>
      </p:pic>
      <p:pic>
        <p:nvPicPr>
          <p:cNvPr id="60" name="Picture 59" descr="asset_059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083468" y="3000374"/>
            <a:ext cx="404812" cy="357187"/>
          </a:xfrm>
          <a:prstGeom prst="rect">
            <a:avLst/>
          </a:prstGeom>
        </p:spPr>
      </p:pic>
      <p:pic>
        <p:nvPicPr>
          <p:cNvPr id="61" name="Picture 60" descr="asset_060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114109" y="3006328"/>
            <a:ext cx="273843" cy="273843"/>
          </a:xfrm>
          <a:prstGeom prst="rect">
            <a:avLst/>
          </a:prstGeom>
        </p:spPr>
      </p:pic>
      <p:pic>
        <p:nvPicPr>
          <p:cNvPr id="62" name="Picture 61" descr="asset_061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589359" y="3024187"/>
            <a:ext cx="267890" cy="279796"/>
          </a:xfrm>
          <a:prstGeom prst="rect">
            <a:avLst/>
          </a:prstGeom>
        </p:spPr>
      </p:pic>
      <p:pic>
        <p:nvPicPr>
          <p:cNvPr id="63" name="Picture 62" descr="asset_062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5173265" y="3143249"/>
            <a:ext cx="1768078" cy="333374"/>
          </a:xfrm>
          <a:prstGeom prst="rect">
            <a:avLst/>
          </a:prstGeom>
        </p:spPr>
      </p:pic>
      <p:pic>
        <p:nvPicPr>
          <p:cNvPr id="64" name="Picture 63" descr="asset_063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554265" y="3208734"/>
            <a:ext cx="136921" cy="202406"/>
          </a:xfrm>
          <a:prstGeom prst="rect">
            <a:avLst/>
          </a:prstGeom>
        </p:spPr>
      </p:pic>
      <p:pic>
        <p:nvPicPr>
          <p:cNvPr id="65" name="Picture 64" descr="asset_064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191124" y="3387328"/>
            <a:ext cx="47624" cy="53578"/>
          </a:xfrm>
          <a:prstGeom prst="rect">
            <a:avLst/>
          </a:prstGeom>
        </p:spPr>
      </p:pic>
      <p:pic>
        <p:nvPicPr>
          <p:cNvPr id="66" name="Picture 65" descr="asset_065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5173265" y="3500437"/>
            <a:ext cx="1762124" cy="315515"/>
          </a:xfrm>
          <a:prstGeom prst="rect">
            <a:avLst/>
          </a:prstGeom>
        </p:spPr>
      </p:pic>
      <p:pic>
        <p:nvPicPr>
          <p:cNvPr id="67" name="Picture 66" descr="asset_066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060531" y="3506390"/>
            <a:ext cx="1553765" cy="589359"/>
          </a:xfrm>
          <a:prstGeom prst="rect">
            <a:avLst/>
          </a:prstGeom>
        </p:spPr>
      </p:pic>
      <p:pic>
        <p:nvPicPr>
          <p:cNvPr id="68" name="Picture 67" descr="asset_067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9691370" y="3506470"/>
            <a:ext cx="2039620" cy="589280"/>
          </a:xfrm>
          <a:prstGeom prst="rect">
            <a:avLst/>
          </a:prstGeom>
        </p:spPr>
      </p:pic>
      <p:pic>
        <p:nvPicPr>
          <p:cNvPr id="69" name="Picture 68" descr="asset_068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5524499" y="3565921"/>
            <a:ext cx="166687" cy="196453"/>
          </a:xfrm>
          <a:prstGeom prst="rect">
            <a:avLst/>
          </a:prstGeom>
        </p:spPr>
      </p:pic>
      <p:pic>
        <p:nvPicPr>
          <p:cNvPr id="70" name="Picture 69" descr="asset_069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8167687" y="3625453"/>
            <a:ext cx="303609" cy="309562"/>
          </a:xfrm>
          <a:prstGeom prst="rect">
            <a:avLst/>
          </a:prstGeom>
        </p:spPr>
      </p:pic>
      <p:pic>
        <p:nvPicPr>
          <p:cNvPr id="71" name="Picture 70" descr="asset_070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786937" y="3625453"/>
            <a:ext cx="267890" cy="279796"/>
          </a:xfrm>
          <a:prstGeom prst="rect">
            <a:avLst/>
          </a:prstGeom>
        </p:spPr>
      </p:pic>
      <p:pic>
        <p:nvPicPr>
          <p:cNvPr id="72" name="Picture 71" descr="asset_071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083468" y="3649265"/>
            <a:ext cx="380999" cy="375046"/>
          </a:xfrm>
          <a:prstGeom prst="rect">
            <a:avLst/>
          </a:prstGeom>
        </p:spPr>
      </p:pic>
      <p:pic>
        <p:nvPicPr>
          <p:cNvPr id="73" name="Picture 72" descr="asset_072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6060281" y="3649265"/>
            <a:ext cx="1291828" cy="833437"/>
          </a:xfrm>
          <a:prstGeom prst="rect">
            <a:avLst/>
          </a:prstGeom>
        </p:spPr>
      </p:pic>
      <p:pic>
        <p:nvPicPr>
          <p:cNvPr id="74" name="Picture 73" descr="asset_073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7399734" y="3673078"/>
            <a:ext cx="547687" cy="160734"/>
          </a:xfrm>
          <a:prstGeom prst="rect">
            <a:avLst/>
          </a:prstGeom>
        </p:spPr>
      </p:pic>
      <p:pic>
        <p:nvPicPr>
          <p:cNvPr id="75" name="Picture 74" descr="asset_074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6893718" y="3679031"/>
            <a:ext cx="41671" cy="83343"/>
          </a:xfrm>
          <a:prstGeom prst="rect">
            <a:avLst/>
          </a:prstGeom>
        </p:spPr>
      </p:pic>
      <p:pic>
        <p:nvPicPr>
          <p:cNvPr id="76" name="Picture 75" descr="asset_075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589359" y="3696890"/>
            <a:ext cx="267890" cy="273843"/>
          </a:xfrm>
          <a:prstGeom prst="rect">
            <a:avLst/>
          </a:prstGeom>
        </p:spPr>
      </p:pic>
      <p:pic>
        <p:nvPicPr>
          <p:cNvPr id="77" name="Picture 76" descr="asset_076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690562" y="3780234"/>
            <a:ext cx="47624" cy="71437"/>
          </a:xfrm>
          <a:prstGeom prst="rect">
            <a:avLst/>
          </a:prstGeom>
        </p:spPr>
      </p:pic>
      <p:pic>
        <p:nvPicPr>
          <p:cNvPr id="78" name="Picture 77" descr="asset_077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5173265" y="3857624"/>
            <a:ext cx="1768078" cy="333374"/>
          </a:xfrm>
          <a:prstGeom prst="rect">
            <a:avLst/>
          </a:prstGeom>
        </p:spPr>
      </p:pic>
      <p:pic>
        <p:nvPicPr>
          <p:cNvPr id="79" name="Picture 78" descr="asset_078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4161234" y="3863578"/>
            <a:ext cx="589359" cy="273843"/>
          </a:xfrm>
          <a:prstGeom prst="rect">
            <a:avLst/>
          </a:prstGeom>
        </p:spPr>
      </p:pic>
      <p:pic>
        <p:nvPicPr>
          <p:cNvPr id="80" name="Picture 79" descr="asset_079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5506640" y="3917156"/>
            <a:ext cx="202406" cy="208359"/>
          </a:xfrm>
          <a:prstGeom prst="rect">
            <a:avLst/>
          </a:prstGeom>
        </p:spPr>
      </p:pic>
      <p:pic>
        <p:nvPicPr>
          <p:cNvPr id="81" name="Picture 80" descr="asset_080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4750593" y="3940968"/>
            <a:ext cx="1315640" cy="553640"/>
          </a:xfrm>
          <a:prstGeom prst="rect">
            <a:avLst/>
          </a:prstGeom>
        </p:spPr>
      </p:pic>
      <p:pic>
        <p:nvPicPr>
          <p:cNvPr id="82" name="Picture 81" descr="asset_081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8060531" y="4149328"/>
            <a:ext cx="1553765" cy="589359"/>
          </a:xfrm>
          <a:prstGeom prst="rect">
            <a:avLst/>
          </a:prstGeom>
        </p:spPr>
      </p:pic>
      <p:pic>
        <p:nvPicPr>
          <p:cNvPr id="83" name="Picture 82" descr="asset_082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9691370" y="4149090"/>
            <a:ext cx="2033270" cy="589280"/>
          </a:xfrm>
          <a:prstGeom prst="rect">
            <a:avLst/>
          </a:prstGeom>
        </p:spPr>
      </p:pic>
      <p:pic>
        <p:nvPicPr>
          <p:cNvPr id="84" name="Picture 83" descr="asset_083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470296" y="4202906"/>
            <a:ext cx="3458765" cy="517921"/>
          </a:xfrm>
          <a:prstGeom prst="rect">
            <a:avLst/>
          </a:prstGeom>
        </p:spPr>
      </p:pic>
      <p:pic>
        <p:nvPicPr>
          <p:cNvPr id="85" name="Picture 84" descr="asset_084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1095374" y="4250531"/>
            <a:ext cx="351234" cy="357187"/>
          </a:xfrm>
          <a:prstGeom prst="rect">
            <a:avLst/>
          </a:prstGeom>
        </p:spPr>
      </p:pic>
      <p:pic>
        <p:nvPicPr>
          <p:cNvPr id="86" name="Picture 85" descr="asset_085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8167687" y="4262437"/>
            <a:ext cx="303609" cy="291703"/>
          </a:xfrm>
          <a:prstGeom prst="rect">
            <a:avLst/>
          </a:prstGeom>
        </p:spPr>
      </p:pic>
      <p:pic>
        <p:nvPicPr>
          <p:cNvPr id="87" name="Picture 86" descr="asset_086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9786937" y="4268390"/>
            <a:ext cx="291703" cy="297656"/>
          </a:xfrm>
          <a:prstGeom prst="rect">
            <a:avLst/>
          </a:prstGeom>
        </p:spPr>
      </p:pic>
      <p:pic>
        <p:nvPicPr>
          <p:cNvPr id="88" name="Picture 87" descr="asset_087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589359" y="4298156"/>
            <a:ext cx="267890" cy="273843"/>
          </a:xfrm>
          <a:prstGeom prst="rect">
            <a:avLst/>
          </a:prstGeom>
        </p:spPr>
      </p:pic>
      <p:pic>
        <p:nvPicPr>
          <p:cNvPr id="89" name="Picture 88" descr="asset_088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6006702" y="4506515"/>
            <a:ext cx="83343" cy="375046"/>
          </a:xfrm>
          <a:prstGeom prst="rect">
            <a:avLst/>
          </a:prstGeom>
        </p:spPr>
      </p:pic>
      <p:pic>
        <p:nvPicPr>
          <p:cNvPr id="90" name="Picture 89" descr="asset_089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11680030" y="4750593"/>
            <a:ext cx="107156" cy="95249"/>
          </a:xfrm>
          <a:prstGeom prst="rect">
            <a:avLst/>
          </a:prstGeom>
        </p:spPr>
      </p:pic>
      <p:pic>
        <p:nvPicPr>
          <p:cNvPr id="91" name="Picture 90" descr="asset_090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327421" y="4905374"/>
            <a:ext cx="11453812" cy="1440656"/>
          </a:xfrm>
          <a:prstGeom prst="rect">
            <a:avLst/>
          </a:prstGeom>
        </p:spPr>
      </p:pic>
      <p:pic>
        <p:nvPicPr>
          <p:cNvPr id="92" name="Picture 91" descr="asset_091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541734" y="4964906"/>
            <a:ext cx="267890" cy="315515"/>
          </a:xfrm>
          <a:prstGeom prst="rect">
            <a:avLst/>
          </a:prstGeom>
        </p:spPr>
      </p:pic>
      <p:pic>
        <p:nvPicPr>
          <p:cNvPr id="93" name="Picture 92" descr="asset_092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11787187" y="5036343"/>
            <a:ext cx="5953" cy="1178718"/>
          </a:xfrm>
          <a:prstGeom prst="rect">
            <a:avLst/>
          </a:prstGeom>
        </p:spPr>
      </p:pic>
      <p:pic>
        <p:nvPicPr>
          <p:cNvPr id="94" name="Picture 93" descr="asset_093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4345781" y="5274468"/>
            <a:ext cx="2893218" cy="982265"/>
          </a:xfrm>
          <a:prstGeom prst="rect">
            <a:avLst/>
          </a:prstGeom>
        </p:spPr>
      </p:pic>
      <p:pic>
        <p:nvPicPr>
          <p:cNvPr id="95" name="Picture 94" descr="asset_094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7310437" y="5280421"/>
            <a:ext cx="2262187" cy="982265"/>
          </a:xfrm>
          <a:prstGeom prst="rect">
            <a:avLst/>
          </a:prstGeom>
        </p:spPr>
      </p:pic>
      <p:pic>
        <p:nvPicPr>
          <p:cNvPr id="96" name="Picture 95" descr="asset_095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9697640" y="5280421"/>
            <a:ext cx="1922859" cy="982265"/>
          </a:xfrm>
          <a:prstGeom prst="rect">
            <a:avLst/>
          </a:prstGeom>
        </p:spPr>
      </p:pic>
      <p:pic>
        <p:nvPicPr>
          <p:cNvPr id="97" name="Picture 96" descr="asset_096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523874" y="5286374"/>
            <a:ext cx="3649265" cy="970359"/>
          </a:xfrm>
          <a:prstGeom prst="rect">
            <a:avLst/>
          </a:prstGeom>
        </p:spPr>
      </p:pic>
      <p:pic>
        <p:nvPicPr>
          <p:cNvPr id="98" name="Picture 97" descr="asset_097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7441406" y="5345906"/>
            <a:ext cx="220265" cy="232171"/>
          </a:xfrm>
          <a:prstGeom prst="rect">
            <a:avLst/>
          </a:prstGeom>
        </p:spPr>
      </p:pic>
      <p:pic>
        <p:nvPicPr>
          <p:cNvPr id="99" name="Picture 98" descr="asset_098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4482703" y="5357812"/>
            <a:ext cx="178593" cy="220265"/>
          </a:xfrm>
          <a:prstGeom prst="rect">
            <a:avLst/>
          </a:prstGeom>
        </p:spPr>
      </p:pic>
      <p:pic>
        <p:nvPicPr>
          <p:cNvPr id="100" name="Picture 99" descr="asset_099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9804796" y="5357812"/>
            <a:ext cx="226218" cy="196453"/>
          </a:xfrm>
          <a:prstGeom prst="rect">
            <a:avLst/>
          </a:prstGeom>
        </p:spPr>
      </p:pic>
      <p:pic>
        <p:nvPicPr>
          <p:cNvPr id="101" name="Picture 100" descr="asset_100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31031" y="5423296"/>
            <a:ext cx="279796" cy="273843"/>
          </a:xfrm>
          <a:prstGeom prst="rect">
            <a:avLst/>
          </a:prstGeom>
        </p:spPr>
      </p:pic>
      <p:pic>
        <p:nvPicPr>
          <p:cNvPr id="102" name="Picture 101" descr="asset_101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1523999" y="5589984"/>
            <a:ext cx="5953" cy="541734"/>
          </a:xfrm>
          <a:prstGeom prst="rect">
            <a:avLst/>
          </a:prstGeom>
        </p:spPr>
      </p:pic>
      <p:pic>
        <p:nvPicPr>
          <p:cNvPr id="103" name="Picture 102" descr="asset_102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2190749" y="5589984"/>
            <a:ext cx="11906" cy="541734"/>
          </a:xfrm>
          <a:prstGeom prst="rect">
            <a:avLst/>
          </a:prstGeom>
        </p:spPr>
      </p:pic>
      <p:pic>
        <p:nvPicPr>
          <p:cNvPr id="104" name="Picture 103" descr="asset_103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2792015" y="5589984"/>
            <a:ext cx="11906" cy="541734"/>
          </a:xfrm>
          <a:prstGeom prst="rect">
            <a:avLst/>
          </a:prstGeom>
        </p:spPr>
      </p:pic>
      <p:pic>
        <p:nvPicPr>
          <p:cNvPr id="105" name="Picture 104" descr="asset_104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3458765" y="5589984"/>
            <a:ext cx="11906" cy="541734"/>
          </a:xfrm>
          <a:prstGeom prst="rect">
            <a:avLst/>
          </a:prstGeom>
        </p:spPr>
      </p:pic>
      <p:pic>
        <p:nvPicPr>
          <p:cNvPr id="106" name="Picture 105" descr="asset_105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2363390" y="5601890"/>
            <a:ext cx="208359" cy="196453"/>
          </a:xfrm>
          <a:prstGeom prst="rect">
            <a:avLst/>
          </a:prstGeom>
        </p:spPr>
      </p:pic>
      <p:pic>
        <p:nvPicPr>
          <p:cNvPr id="107" name="Picture 106" descr="asset_106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3036093" y="5601890"/>
            <a:ext cx="220265" cy="226218"/>
          </a:xfrm>
          <a:prstGeom prst="rect">
            <a:avLst/>
          </a:prstGeom>
        </p:spPr>
      </p:pic>
      <p:pic>
        <p:nvPicPr>
          <p:cNvPr id="108" name="Picture 107" descr="asset_107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3702843" y="5601890"/>
            <a:ext cx="220265" cy="220265"/>
          </a:xfrm>
          <a:prstGeom prst="rect">
            <a:avLst/>
          </a:prstGeom>
        </p:spPr>
      </p:pic>
      <p:pic>
        <p:nvPicPr>
          <p:cNvPr id="109" name="Picture 108" descr="asset_108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1113234" y="5607843"/>
            <a:ext cx="196453" cy="208359"/>
          </a:xfrm>
          <a:prstGeom prst="rect">
            <a:avLst/>
          </a:prstGeom>
        </p:spPr>
      </p:pic>
      <p:pic>
        <p:nvPicPr>
          <p:cNvPr id="110" name="Picture 109" descr="asset_109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1774031" y="5625702"/>
            <a:ext cx="190499" cy="184546"/>
          </a:xfrm>
          <a:prstGeom prst="rect">
            <a:avLst/>
          </a:prstGeom>
        </p:spPr>
      </p:pic>
      <p:pic>
        <p:nvPicPr>
          <p:cNvPr id="111" name="Picture 110" descr="asset_110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7411640" y="5637609"/>
            <a:ext cx="125015" cy="523874"/>
          </a:xfrm>
          <a:prstGeom prst="rect">
            <a:avLst/>
          </a:prstGeom>
        </p:spPr>
      </p:pic>
      <p:pic>
        <p:nvPicPr>
          <p:cNvPr id="112" name="Picture 111" descr="asset_111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4655343" y="5649515"/>
            <a:ext cx="23812" cy="29765"/>
          </a:xfrm>
          <a:prstGeom prst="rect">
            <a:avLst/>
          </a:prstGeom>
        </p:spPr>
      </p:pic>
      <p:pic>
        <p:nvPicPr>
          <p:cNvPr id="113" name="Picture 112" descr="asset_112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9816702" y="5679281"/>
            <a:ext cx="35718" cy="35718"/>
          </a:xfrm>
          <a:prstGeom prst="rect">
            <a:avLst/>
          </a:prstGeom>
        </p:spPr>
      </p:pic>
      <p:pic>
        <p:nvPicPr>
          <p:cNvPr id="114" name="Picture 113" descr="asset_113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4655343" y="5792390"/>
            <a:ext cx="29765" cy="29765"/>
          </a:xfrm>
          <a:prstGeom prst="rect">
            <a:avLst/>
          </a:prstGeom>
        </p:spPr>
      </p:pic>
      <p:pic>
        <p:nvPicPr>
          <p:cNvPr id="115" name="Picture 114" descr="asset_114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9816702" y="5816202"/>
            <a:ext cx="35718" cy="35718"/>
          </a:xfrm>
          <a:prstGeom prst="rect">
            <a:avLst/>
          </a:prstGeom>
        </p:spPr>
      </p:pic>
      <p:pic>
        <p:nvPicPr>
          <p:cNvPr id="116" name="Picture 115" descr="asset_115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4655343" y="5941218"/>
            <a:ext cx="23812" cy="29765"/>
          </a:xfrm>
          <a:prstGeom prst="rect">
            <a:avLst/>
          </a:prstGeom>
        </p:spPr>
      </p:pic>
      <p:pic>
        <p:nvPicPr>
          <p:cNvPr id="117" name="Picture 116" descr="asset_116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9816702" y="5953124"/>
            <a:ext cx="35718" cy="35718"/>
          </a:xfrm>
          <a:prstGeom prst="rect">
            <a:avLst/>
          </a:prstGeom>
        </p:spPr>
      </p:pic>
      <p:pic>
        <p:nvPicPr>
          <p:cNvPr id="118" name="Picture 117" descr="asset_117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4655343" y="6090046"/>
            <a:ext cx="29765" cy="29765"/>
          </a:xfrm>
          <a:prstGeom prst="rect">
            <a:avLst/>
          </a:prstGeom>
        </p:spPr>
      </p:pic>
      <p:pic>
        <p:nvPicPr>
          <p:cNvPr id="119" name="Picture 118" descr="asset_118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9816702" y="6090046"/>
            <a:ext cx="35718" cy="35718"/>
          </a:xfrm>
          <a:prstGeom prst="rect">
            <a:avLst/>
          </a:prstGeom>
        </p:spPr>
      </p:pic>
      <p:pic>
        <p:nvPicPr>
          <p:cNvPr id="120" name="Picture 119" descr="asset_119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3137296" y="6423421"/>
            <a:ext cx="5804296" cy="339328"/>
          </a:xfrm>
          <a:prstGeom prst="rect">
            <a:avLst/>
          </a:prstGeom>
        </p:spPr>
      </p:pic>
      <p:pic>
        <p:nvPicPr>
          <p:cNvPr id="121" name="Picture 120" descr="asset_120.pn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3256359" y="6441281"/>
            <a:ext cx="321468" cy="261937"/>
          </a:xfrm>
          <a:prstGeom prst="rect">
            <a:avLst/>
          </a:prstGeom>
        </p:spPr>
      </p:pic>
      <p:pic>
        <p:nvPicPr>
          <p:cNvPr id="122" name="Picture 121" descr="asset_121.pn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8614171" y="6441281"/>
            <a:ext cx="136921" cy="5953"/>
          </a:xfrm>
          <a:prstGeom prst="rect">
            <a:avLst/>
          </a:prstGeom>
        </p:spPr>
      </p:pic>
      <p:pic>
        <p:nvPicPr>
          <p:cNvPr id="123" name="Picture 122" descr="asset_122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3167062" y="6488906"/>
            <a:ext cx="35718" cy="47624"/>
          </a:xfrm>
          <a:prstGeom prst="rect">
            <a:avLst/>
          </a:prstGeom>
        </p:spPr>
      </p:pic>
      <p:pic>
        <p:nvPicPr>
          <p:cNvPr id="124" name="Picture 123" descr="asset_123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3196828" y="6607968"/>
            <a:ext cx="5756671" cy="172640"/>
          </a:xfrm>
          <a:prstGeom prst="rect">
            <a:avLst/>
          </a:prstGeom>
        </p:spPr>
      </p:pic>
      <p:sp>
        <p:nvSpPr>
          <p:cNvPr id="200" name="TextBox 1"/>
          <p:cNvSpPr txBox="1"/>
          <p:nvPr/>
        </p:nvSpPr>
        <p:spPr>
          <a:xfrm>
            <a:off x="439102" y="151606"/>
            <a:ext cx="2262187" cy="416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237F"/>
                </a:solidFill>
                <a:latin typeface="微软雅黑" panose="020B0503020204020204" charset="-122"/>
              </a:rPr>
              <a:t>落地与交付</a:t>
            </a:r>
            <a:endParaRPr sz="34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01" name="TextBox 2"/>
          <p:cNvSpPr txBox="1"/>
          <p:nvPr/>
        </p:nvSpPr>
        <p:spPr>
          <a:xfrm>
            <a:off x="439102" y="699293"/>
            <a:ext cx="3690937" cy="2262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717A8E"/>
                </a:solidFill>
                <a:latin typeface="微软雅黑" panose="020B0503020204020204" charset="-122"/>
              </a:rPr>
              <a:t>从快速开始到 API 任务、测试维护与交付形态</a:t>
            </a:r>
            <a:endParaRPr sz="1500" b="1" i="0">
              <a:solidFill>
                <a:srgbClr val="717A8E"/>
              </a:solidFill>
              <a:latin typeface="微软雅黑" panose="020B0503020204020204" charset="-122"/>
            </a:endParaRPr>
          </a:p>
        </p:txBody>
      </p:sp>
      <p:sp>
        <p:nvSpPr>
          <p:cNvPr id="202" name="TextBox 3"/>
          <p:cNvSpPr txBox="1"/>
          <p:nvPr/>
        </p:nvSpPr>
        <p:spPr>
          <a:xfrm>
            <a:off x="10521473" y="331946"/>
            <a:ext cx="1488281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0E51C7"/>
                </a:solidFill>
                <a:latin typeface="微软雅黑" panose="020B0503020204020204" charset="-122"/>
              </a:rPr>
              <a:t>安全  •  稳定  •  可扩展</a:t>
            </a:r>
            <a:endParaRPr sz="900" b="1" i="0">
              <a:solidFill>
                <a:srgbClr val="0E51C7"/>
              </a:solidFill>
              <a:latin typeface="微软雅黑" panose="020B0503020204020204" charset="-122"/>
            </a:endParaRPr>
          </a:p>
        </p:txBody>
      </p:sp>
      <p:sp>
        <p:nvSpPr>
          <p:cNvPr id="203" name="TextBox 4"/>
          <p:cNvSpPr txBox="1"/>
          <p:nvPr/>
        </p:nvSpPr>
        <p:spPr>
          <a:xfrm>
            <a:off x="10242549" y="508793"/>
            <a:ext cx="1785937" cy="142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4E72B5"/>
                </a:solidFill>
                <a:latin typeface="微软雅黑" panose="020B0503020204020204" charset="-122"/>
              </a:rPr>
              <a:t>从代码到服务，收敛到可用与可维护</a:t>
            </a:r>
            <a:endParaRPr sz="900" b="0" i="0">
              <a:solidFill>
                <a:srgbClr val="4E72B5"/>
              </a:solidFill>
              <a:latin typeface="微软雅黑" panose="020B0503020204020204" charset="-122"/>
            </a:endParaRPr>
          </a:p>
        </p:txBody>
      </p:sp>
      <p:sp>
        <p:nvSpPr>
          <p:cNvPr id="204" name="TextBox 5"/>
          <p:cNvSpPr txBox="1"/>
          <p:nvPr/>
        </p:nvSpPr>
        <p:spPr>
          <a:xfrm>
            <a:off x="867727" y="1145778"/>
            <a:ext cx="1071562" cy="238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08237F"/>
                </a:solidFill>
                <a:latin typeface="微软雅黑" panose="020B0503020204020204" charset="-122"/>
              </a:rPr>
              <a:t>快速开始</a:t>
            </a:r>
            <a:endParaRPr sz="20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05" name="TextBox 7"/>
          <p:cNvSpPr txBox="1"/>
          <p:nvPr/>
        </p:nvSpPr>
        <p:spPr>
          <a:xfrm>
            <a:off x="1597818" y="1639887"/>
            <a:ext cx="714374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8237F"/>
                </a:solidFill>
                <a:latin typeface="微软雅黑" panose="020B0503020204020204" charset="-122"/>
              </a:rPr>
              <a:t>克隆仓库</a:t>
            </a:r>
            <a:endParaRPr sz="14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06" name="TextBox 8"/>
          <p:cNvSpPr txBox="1"/>
          <p:nvPr/>
        </p:nvSpPr>
        <p:spPr>
          <a:xfrm>
            <a:off x="1597818" y="1848246"/>
            <a:ext cx="136921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35405A"/>
                </a:solidFill>
                <a:latin typeface="微软雅黑" panose="020B0503020204020204" charset="-122"/>
              </a:rPr>
              <a:t>git clone &lt;repo-url&gt;</a:t>
            </a:r>
            <a:endParaRPr sz="900" b="0" i="0">
              <a:solidFill>
                <a:srgbClr val="35405A"/>
              </a:solidFill>
              <a:latin typeface="微软雅黑" panose="020B0503020204020204" charset="-122"/>
            </a:endParaRPr>
          </a:p>
        </p:txBody>
      </p:sp>
      <p:sp>
        <p:nvSpPr>
          <p:cNvPr id="207" name="TextBox 10"/>
          <p:cNvSpPr txBox="1"/>
          <p:nvPr/>
        </p:nvSpPr>
        <p:spPr>
          <a:xfrm>
            <a:off x="1597818" y="2324496"/>
            <a:ext cx="714374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8237F"/>
                </a:solidFill>
                <a:latin typeface="微软雅黑" panose="020B0503020204020204" charset="-122"/>
              </a:rPr>
              <a:t>安装依赖</a:t>
            </a:r>
            <a:endParaRPr sz="14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08" name="TextBox 11"/>
          <p:cNvSpPr txBox="1"/>
          <p:nvPr/>
        </p:nvSpPr>
        <p:spPr>
          <a:xfrm>
            <a:off x="1597818" y="2532856"/>
            <a:ext cx="184546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35405A"/>
                </a:solidFill>
                <a:latin typeface="微软雅黑" panose="020B0503020204020204" charset="-122"/>
              </a:rPr>
              <a:t>pip install -r requirements.txt</a:t>
            </a:r>
            <a:endParaRPr sz="900" b="0" i="0">
              <a:solidFill>
                <a:srgbClr val="35405A"/>
              </a:solidFill>
              <a:latin typeface="微软雅黑" panose="020B0503020204020204" charset="-122"/>
            </a:endParaRPr>
          </a:p>
        </p:txBody>
      </p:sp>
      <p:sp>
        <p:nvSpPr>
          <p:cNvPr id="209" name="TextBox 13"/>
          <p:cNvSpPr txBox="1"/>
          <p:nvPr/>
        </p:nvSpPr>
        <p:spPr>
          <a:xfrm>
            <a:off x="1597818" y="3003153"/>
            <a:ext cx="714374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8237F"/>
                </a:solidFill>
                <a:latin typeface="微软雅黑" panose="020B0503020204020204" charset="-122"/>
              </a:rPr>
              <a:t>构建前端</a:t>
            </a:r>
            <a:endParaRPr sz="14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10" name="TextBox 14"/>
          <p:cNvSpPr txBox="1"/>
          <p:nvPr/>
        </p:nvSpPr>
        <p:spPr>
          <a:xfrm>
            <a:off x="1597818" y="3211512"/>
            <a:ext cx="2143124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35405A"/>
                </a:solidFill>
                <a:latin typeface="微软雅黑" panose="020B0503020204020204" charset="-122"/>
              </a:rPr>
              <a:t>cd web &amp;&amp; npm install &amp;&amp; npm run build</a:t>
            </a:r>
            <a:endParaRPr sz="900" b="0" i="0">
              <a:solidFill>
                <a:srgbClr val="35405A"/>
              </a:solidFill>
              <a:latin typeface="微软雅黑" panose="020B0503020204020204" charset="-122"/>
            </a:endParaRPr>
          </a:p>
        </p:txBody>
      </p:sp>
      <p:sp>
        <p:nvSpPr>
          <p:cNvPr id="211" name="TextBox 16"/>
          <p:cNvSpPr txBox="1"/>
          <p:nvPr/>
        </p:nvSpPr>
        <p:spPr>
          <a:xfrm>
            <a:off x="1597818" y="3610371"/>
            <a:ext cx="714374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8237F"/>
                </a:solidFill>
                <a:latin typeface="微软雅黑" panose="020B0503020204020204" charset="-122"/>
              </a:rPr>
              <a:t>配置模型</a:t>
            </a:r>
            <a:endParaRPr sz="14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12" name="TextBox 17"/>
          <p:cNvSpPr txBox="1"/>
          <p:nvPr/>
        </p:nvSpPr>
        <p:spPr>
          <a:xfrm>
            <a:off x="1607978" y="3824684"/>
            <a:ext cx="136921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35405A"/>
                </a:solidFill>
                <a:latin typeface="微软雅黑" panose="020B0503020204020204" charset="-122"/>
              </a:rPr>
              <a:t>cp .env.example .env</a:t>
            </a:r>
            <a:endParaRPr sz="900" b="0" i="0">
              <a:solidFill>
                <a:srgbClr val="35405A"/>
              </a:solidFill>
              <a:latin typeface="微软雅黑" panose="020B0503020204020204" charset="-122"/>
            </a:endParaRPr>
          </a:p>
        </p:txBody>
      </p:sp>
      <p:sp>
        <p:nvSpPr>
          <p:cNvPr id="213" name="TextBox 18"/>
          <p:cNvSpPr txBox="1"/>
          <p:nvPr/>
        </p:nvSpPr>
        <p:spPr>
          <a:xfrm>
            <a:off x="1597818" y="3949699"/>
            <a:ext cx="1071562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35405A"/>
                </a:solidFill>
                <a:latin typeface="微软雅黑" panose="020B0503020204020204" charset="-122"/>
              </a:rPr>
              <a:t>配置模型与关键参数</a:t>
            </a:r>
            <a:endParaRPr sz="900" b="0" i="0">
              <a:solidFill>
                <a:srgbClr val="35405A"/>
              </a:solidFill>
              <a:latin typeface="微软雅黑" panose="020B0503020204020204" charset="-122"/>
            </a:endParaRPr>
          </a:p>
        </p:txBody>
      </p:sp>
      <p:sp>
        <p:nvSpPr>
          <p:cNvPr id="214" name="TextBox 20"/>
          <p:cNvSpPr txBox="1"/>
          <p:nvPr/>
        </p:nvSpPr>
        <p:spPr>
          <a:xfrm>
            <a:off x="1597818" y="4235449"/>
            <a:ext cx="714374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8237F"/>
                </a:solidFill>
                <a:latin typeface="微软雅黑" panose="020B0503020204020204" charset="-122"/>
              </a:rPr>
              <a:t>启动服务</a:t>
            </a:r>
            <a:endParaRPr sz="14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15" name="TextBox 21"/>
          <p:cNvSpPr txBox="1"/>
          <p:nvPr/>
        </p:nvSpPr>
        <p:spPr>
          <a:xfrm>
            <a:off x="1597818" y="4443809"/>
            <a:ext cx="89296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35405A"/>
                </a:solidFill>
                <a:latin typeface="微软雅黑" panose="020B0503020204020204" charset="-122"/>
              </a:rPr>
              <a:t>python app.py</a:t>
            </a:r>
            <a:endParaRPr sz="900" b="0" i="0">
              <a:solidFill>
                <a:srgbClr val="35405A"/>
              </a:solidFill>
              <a:latin typeface="微软雅黑" panose="020B0503020204020204" charset="-122"/>
            </a:endParaRPr>
          </a:p>
        </p:txBody>
      </p:sp>
      <p:sp>
        <p:nvSpPr>
          <p:cNvPr id="216" name="TextBox 22"/>
          <p:cNvSpPr txBox="1"/>
          <p:nvPr/>
        </p:nvSpPr>
        <p:spPr>
          <a:xfrm>
            <a:off x="1587658" y="4568824"/>
            <a:ext cx="2143124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35405A"/>
                </a:solidFill>
                <a:latin typeface="微软雅黑" panose="020B0503020204020204" charset="-122"/>
              </a:rPr>
              <a:t>服务默认运行于 http://localhost:8000</a:t>
            </a:r>
            <a:endParaRPr sz="900" b="0" i="0">
              <a:solidFill>
                <a:srgbClr val="35405A"/>
              </a:solidFill>
              <a:latin typeface="微软雅黑" panose="020B0503020204020204" charset="-122"/>
            </a:endParaRPr>
          </a:p>
        </p:txBody>
      </p:sp>
      <p:sp>
        <p:nvSpPr>
          <p:cNvPr id="217" name="TextBox 23"/>
          <p:cNvSpPr txBox="1"/>
          <p:nvPr/>
        </p:nvSpPr>
        <p:spPr>
          <a:xfrm>
            <a:off x="5564742" y="1502965"/>
            <a:ext cx="1012031" cy="267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08237F"/>
                </a:solidFill>
                <a:latin typeface="微软雅黑" panose="020B0503020204020204" charset="-122"/>
              </a:rPr>
              <a:t>交付目标</a:t>
            </a:r>
            <a:endParaRPr sz="20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18" name="TextBox 24"/>
          <p:cNvSpPr txBox="1"/>
          <p:nvPr/>
        </p:nvSpPr>
        <p:spPr>
          <a:xfrm>
            <a:off x="5743336" y="3169840"/>
            <a:ext cx="952499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08237F"/>
                </a:solidFill>
                <a:latin typeface="微软雅黑" panose="020B0503020204020204" charset="-122"/>
              </a:rPr>
              <a:t>快速部署</a:t>
            </a:r>
            <a:endParaRPr sz="17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19" name="TextBox 25"/>
          <p:cNvSpPr txBox="1"/>
          <p:nvPr/>
        </p:nvSpPr>
        <p:spPr>
          <a:xfrm>
            <a:off x="5743336" y="3532981"/>
            <a:ext cx="952499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08237F"/>
                </a:solidFill>
                <a:latin typeface="微软雅黑" panose="020B0503020204020204" charset="-122"/>
              </a:rPr>
              <a:t>稳定调用</a:t>
            </a:r>
            <a:endParaRPr sz="17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20" name="TextBox 26"/>
          <p:cNvSpPr txBox="1"/>
          <p:nvPr/>
        </p:nvSpPr>
        <p:spPr>
          <a:xfrm>
            <a:off x="5743336" y="3896121"/>
            <a:ext cx="1071562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08237F"/>
                </a:solidFill>
                <a:latin typeface="微软雅黑" panose="020B0503020204020204" charset="-122"/>
              </a:rPr>
              <a:t>可维护扩展</a:t>
            </a:r>
            <a:endParaRPr sz="17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21" name="TextBox 27"/>
          <p:cNvSpPr txBox="1"/>
          <p:nvPr/>
        </p:nvSpPr>
        <p:spPr>
          <a:xfrm>
            <a:off x="8434149" y="996949"/>
            <a:ext cx="1071562" cy="238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08237F"/>
                </a:solidFill>
                <a:latin typeface="微软雅黑" panose="020B0503020204020204" charset="-122"/>
              </a:rPr>
              <a:t>核心配置</a:t>
            </a:r>
            <a:endParaRPr sz="20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22" name="TextBox 28"/>
          <p:cNvSpPr txBox="1"/>
          <p:nvPr/>
        </p:nvSpPr>
        <p:spPr>
          <a:xfrm>
            <a:off x="8618696" y="1360090"/>
            <a:ext cx="535781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8237F"/>
                </a:solidFill>
                <a:latin typeface="微软雅黑" panose="020B0503020204020204" charset="-122"/>
              </a:rPr>
              <a:t>页数</a:t>
            </a:r>
            <a:endParaRPr sz="12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23" name="TextBox 29"/>
          <p:cNvSpPr txBox="1"/>
          <p:nvPr/>
        </p:nvSpPr>
        <p:spPr>
          <a:xfrm>
            <a:off x="8618696" y="1573371"/>
            <a:ext cx="803671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9647A"/>
                </a:solidFill>
                <a:latin typeface="微软雅黑" panose="020B0503020204020204" charset="-122"/>
              </a:rPr>
              <a:t>处理页数范围</a:t>
            </a:r>
            <a:endParaRPr sz="900" b="0" i="0">
              <a:solidFill>
                <a:srgbClr val="59647A"/>
              </a:solidFill>
              <a:latin typeface="微软雅黑" panose="020B0503020204020204" charset="-122"/>
            </a:endParaRPr>
          </a:p>
        </p:txBody>
      </p:sp>
      <p:sp>
        <p:nvSpPr>
          <p:cNvPr id="224" name="TextBox 30"/>
          <p:cNvSpPr txBox="1"/>
          <p:nvPr/>
        </p:nvSpPr>
        <p:spPr>
          <a:xfrm>
            <a:off x="10434399" y="1360090"/>
            <a:ext cx="654843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8237F"/>
                </a:solidFill>
                <a:latin typeface="微软雅黑" panose="020B0503020204020204" charset="-122"/>
              </a:rPr>
              <a:t>图片尺寸</a:t>
            </a:r>
            <a:endParaRPr sz="12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25" name="TextBox 31"/>
          <p:cNvSpPr txBox="1"/>
          <p:nvPr/>
        </p:nvSpPr>
        <p:spPr>
          <a:xfrm>
            <a:off x="10434399" y="1573371"/>
            <a:ext cx="952499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9647A"/>
                </a:solidFill>
                <a:latin typeface="微软雅黑" panose="020B0503020204020204" charset="-122"/>
              </a:rPr>
              <a:t>输出分辨率与比例</a:t>
            </a:r>
            <a:endParaRPr sz="900" b="0" i="0">
              <a:solidFill>
                <a:srgbClr val="59647A"/>
              </a:solidFill>
              <a:latin typeface="微软雅黑" panose="020B0503020204020204" charset="-122"/>
            </a:endParaRPr>
          </a:p>
        </p:txBody>
      </p:sp>
      <p:sp>
        <p:nvSpPr>
          <p:cNvPr id="226" name="TextBox 32"/>
          <p:cNvSpPr txBox="1"/>
          <p:nvPr/>
        </p:nvSpPr>
        <p:spPr>
          <a:xfrm>
            <a:off x="8618696" y="1854199"/>
            <a:ext cx="535781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8237F"/>
                </a:solidFill>
                <a:latin typeface="微软雅黑" panose="020B0503020204020204" charset="-122"/>
              </a:rPr>
              <a:t>并发</a:t>
            </a:r>
            <a:endParaRPr sz="12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27" name="TextBox 33"/>
          <p:cNvSpPr txBox="1"/>
          <p:nvPr/>
        </p:nvSpPr>
        <p:spPr>
          <a:xfrm>
            <a:off x="8618696" y="2073433"/>
            <a:ext cx="714374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9647A"/>
                </a:solidFill>
                <a:latin typeface="微软雅黑" panose="020B0503020204020204" charset="-122"/>
              </a:rPr>
              <a:t>并发任务数</a:t>
            </a:r>
            <a:endParaRPr sz="900" b="0" i="0">
              <a:solidFill>
                <a:srgbClr val="59647A"/>
              </a:solidFill>
              <a:latin typeface="微软雅黑" panose="020B0503020204020204" charset="-122"/>
            </a:endParaRPr>
          </a:p>
        </p:txBody>
      </p:sp>
      <p:sp>
        <p:nvSpPr>
          <p:cNvPr id="228" name="TextBox 34"/>
          <p:cNvSpPr txBox="1"/>
          <p:nvPr/>
        </p:nvSpPr>
        <p:spPr>
          <a:xfrm>
            <a:off x="10434399" y="1854199"/>
            <a:ext cx="535781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8237F"/>
                </a:solidFill>
                <a:latin typeface="微软雅黑" panose="020B0503020204020204" charset="-122"/>
              </a:rPr>
              <a:t>重试</a:t>
            </a:r>
            <a:endParaRPr sz="12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29" name="TextBox 35"/>
          <p:cNvSpPr txBox="1"/>
          <p:nvPr/>
        </p:nvSpPr>
        <p:spPr>
          <a:xfrm>
            <a:off x="10434399" y="2073433"/>
            <a:ext cx="803671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9647A"/>
                </a:solidFill>
                <a:latin typeface="微软雅黑" panose="020B0503020204020204" charset="-122"/>
              </a:rPr>
              <a:t>失败重试策略</a:t>
            </a:r>
            <a:endParaRPr sz="900" b="0" i="0">
              <a:solidFill>
                <a:srgbClr val="59647A"/>
              </a:solidFill>
              <a:latin typeface="微软雅黑" panose="020B0503020204020204" charset="-122"/>
            </a:endParaRPr>
          </a:p>
        </p:txBody>
      </p:sp>
      <p:sp>
        <p:nvSpPr>
          <p:cNvPr id="230" name="TextBox 36"/>
          <p:cNvSpPr txBox="1"/>
          <p:nvPr/>
        </p:nvSpPr>
        <p:spPr>
          <a:xfrm>
            <a:off x="8618696" y="2354262"/>
            <a:ext cx="654843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8237F"/>
                </a:solidFill>
                <a:latin typeface="微软雅黑" panose="020B0503020204020204" charset="-122"/>
              </a:rPr>
              <a:t>设计语法</a:t>
            </a:r>
            <a:endParaRPr sz="12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31" name="TextBox 37"/>
          <p:cNvSpPr txBox="1"/>
          <p:nvPr/>
        </p:nvSpPr>
        <p:spPr>
          <a:xfrm>
            <a:off x="8618696" y="2567543"/>
            <a:ext cx="89296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59647A"/>
                </a:solidFill>
                <a:latin typeface="微软雅黑" panose="020B0503020204020204" charset="-122"/>
              </a:rPr>
              <a:t>DSL 设计语言规则</a:t>
            </a:r>
            <a:endParaRPr sz="800" b="0" i="0">
              <a:solidFill>
                <a:srgbClr val="59647A"/>
              </a:solidFill>
              <a:latin typeface="微软雅黑" panose="020B0503020204020204" charset="-122"/>
            </a:endParaRPr>
          </a:p>
        </p:txBody>
      </p:sp>
      <p:sp>
        <p:nvSpPr>
          <p:cNvPr id="232" name="TextBox 38"/>
          <p:cNvSpPr txBox="1"/>
          <p:nvPr/>
        </p:nvSpPr>
        <p:spPr>
          <a:xfrm>
            <a:off x="10434399" y="2354262"/>
            <a:ext cx="654843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8237F"/>
                </a:solidFill>
                <a:latin typeface="微软雅黑" panose="020B0503020204020204" charset="-122"/>
              </a:rPr>
              <a:t>页面评估</a:t>
            </a:r>
            <a:endParaRPr sz="12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33" name="TextBox 39"/>
          <p:cNvSpPr txBox="1"/>
          <p:nvPr/>
        </p:nvSpPr>
        <p:spPr>
          <a:xfrm>
            <a:off x="10434399" y="2567543"/>
            <a:ext cx="89296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59647A"/>
                </a:solidFill>
                <a:latin typeface="微软雅黑" panose="020B0503020204020204" charset="-122"/>
              </a:rPr>
              <a:t>质量评估与阈值</a:t>
            </a:r>
            <a:endParaRPr sz="900" b="0" i="0">
              <a:solidFill>
                <a:srgbClr val="59647A"/>
              </a:solidFill>
              <a:latin typeface="微软雅黑" panose="020B0503020204020204" charset="-122"/>
            </a:endParaRPr>
          </a:p>
        </p:txBody>
      </p:sp>
      <p:sp>
        <p:nvSpPr>
          <p:cNvPr id="234" name="TextBox 40"/>
          <p:cNvSpPr txBox="1"/>
          <p:nvPr/>
        </p:nvSpPr>
        <p:spPr>
          <a:xfrm>
            <a:off x="8463914" y="3009106"/>
            <a:ext cx="1666874" cy="238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08237F"/>
                </a:solidFill>
                <a:latin typeface="微软雅黑" panose="020B0503020204020204" charset="-122"/>
              </a:rPr>
              <a:t>API 与维护工具</a:t>
            </a:r>
            <a:endParaRPr sz="20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35" name="TextBox 41"/>
          <p:cNvSpPr txBox="1"/>
          <p:nvPr/>
        </p:nvSpPr>
        <p:spPr>
          <a:xfrm>
            <a:off x="8261508" y="3317636"/>
            <a:ext cx="2857499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4B5568"/>
                </a:solidFill>
                <a:latin typeface="微软雅黑" panose="020B0503020204020204" charset="-122"/>
              </a:rPr>
              <a:t>基于 RESTful API，支持任务管理、重导出、测试与诊断</a:t>
            </a:r>
            <a:endParaRPr sz="900" b="0" i="0">
              <a:solidFill>
                <a:srgbClr val="4B5568"/>
              </a:solidFill>
              <a:latin typeface="微软雅黑" panose="020B0503020204020204" charset="-122"/>
            </a:endParaRPr>
          </a:p>
        </p:txBody>
      </p:sp>
      <p:sp>
        <p:nvSpPr>
          <p:cNvPr id="236" name="TextBox 42"/>
          <p:cNvSpPr txBox="1"/>
          <p:nvPr/>
        </p:nvSpPr>
        <p:spPr>
          <a:xfrm>
            <a:off x="8594883" y="3580606"/>
            <a:ext cx="714374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8237F"/>
                </a:solidFill>
                <a:latin typeface="微软雅黑" panose="020B0503020204020204" charset="-122"/>
              </a:rPr>
              <a:t>任务列表</a:t>
            </a:r>
            <a:endParaRPr sz="13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37" name="TextBox 43"/>
          <p:cNvSpPr txBox="1"/>
          <p:nvPr/>
        </p:nvSpPr>
        <p:spPr>
          <a:xfrm>
            <a:off x="8594883" y="3765153"/>
            <a:ext cx="89296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3B465C"/>
                </a:solidFill>
                <a:latin typeface="微软雅黑" panose="020B0503020204020204" charset="-122"/>
              </a:rPr>
              <a:t>GET /api/v1/tasks</a:t>
            </a:r>
            <a:endParaRPr sz="800" b="0" i="0">
              <a:solidFill>
                <a:srgbClr val="3B465C"/>
              </a:solidFill>
              <a:latin typeface="微软雅黑" panose="020B0503020204020204" charset="-122"/>
            </a:endParaRPr>
          </a:p>
        </p:txBody>
      </p:sp>
      <p:sp>
        <p:nvSpPr>
          <p:cNvPr id="238" name="TextBox 44"/>
          <p:cNvSpPr txBox="1"/>
          <p:nvPr/>
        </p:nvSpPr>
        <p:spPr>
          <a:xfrm>
            <a:off x="8594883" y="3925887"/>
            <a:ext cx="833437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4B5568"/>
                </a:solidFill>
                <a:latin typeface="微软雅黑" panose="020B0503020204020204" charset="-122"/>
              </a:rPr>
              <a:t>查询与筛选任务</a:t>
            </a:r>
            <a:endParaRPr sz="800" b="0" i="0">
              <a:solidFill>
                <a:srgbClr val="4B5568"/>
              </a:solidFill>
              <a:latin typeface="微软雅黑" panose="020B0503020204020204" charset="-122"/>
            </a:endParaRPr>
          </a:p>
        </p:txBody>
      </p:sp>
      <p:sp>
        <p:nvSpPr>
          <p:cNvPr id="239" name="TextBox 45"/>
          <p:cNvSpPr txBox="1"/>
          <p:nvPr/>
        </p:nvSpPr>
        <p:spPr>
          <a:xfrm>
            <a:off x="10102214" y="3580606"/>
            <a:ext cx="595312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8237F"/>
                </a:solidFill>
                <a:latin typeface="微软雅黑" panose="020B0503020204020204" charset="-122"/>
              </a:rPr>
              <a:t>重导出</a:t>
            </a:r>
            <a:endParaRPr sz="13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40" name="TextBox 46"/>
          <p:cNvSpPr txBox="1"/>
          <p:nvPr/>
        </p:nvSpPr>
        <p:spPr>
          <a:xfrm>
            <a:off x="10102214" y="3765153"/>
            <a:ext cx="1458515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3B465C"/>
                </a:solidFill>
                <a:latin typeface="微软雅黑" panose="020B0503020204020204" charset="-122"/>
              </a:rPr>
              <a:t>POST /api/v1/tasks/{id}/reexport</a:t>
            </a:r>
            <a:endParaRPr sz="800" b="0" i="0">
              <a:solidFill>
                <a:srgbClr val="3B465C"/>
              </a:solidFill>
              <a:latin typeface="微软雅黑" panose="020B0503020204020204" charset="-122"/>
            </a:endParaRPr>
          </a:p>
        </p:txBody>
      </p:sp>
      <p:sp>
        <p:nvSpPr>
          <p:cNvPr id="241" name="TextBox 47"/>
          <p:cNvSpPr txBox="1"/>
          <p:nvPr/>
        </p:nvSpPr>
        <p:spPr>
          <a:xfrm>
            <a:off x="10102214" y="3925887"/>
            <a:ext cx="982265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4B5568"/>
                </a:solidFill>
                <a:latin typeface="微软雅黑" panose="020B0503020204020204" charset="-122"/>
              </a:rPr>
              <a:t>重新生成与导出结果</a:t>
            </a:r>
            <a:endParaRPr sz="900" b="0" i="0">
              <a:solidFill>
                <a:srgbClr val="4B5568"/>
              </a:solidFill>
              <a:latin typeface="微软雅黑" panose="020B0503020204020204" charset="-122"/>
            </a:endParaRPr>
          </a:p>
        </p:txBody>
      </p:sp>
      <p:sp>
        <p:nvSpPr>
          <p:cNvPr id="242" name="TextBox 48"/>
          <p:cNvSpPr txBox="1"/>
          <p:nvPr/>
        </p:nvSpPr>
        <p:spPr>
          <a:xfrm>
            <a:off x="8594883" y="4229496"/>
            <a:ext cx="714374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8237F"/>
                </a:solidFill>
                <a:latin typeface="微软雅黑" panose="020B0503020204020204" charset="-122"/>
              </a:rPr>
              <a:t>测试命令</a:t>
            </a:r>
            <a:endParaRPr sz="13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43" name="TextBox 49"/>
          <p:cNvSpPr txBox="1"/>
          <p:nvPr/>
        </p:nvSpPr>
        <p:spPr>
          <a:xfrm>
            <a:off x="8594883" y="4414043"/>
            <a:ext cx="892968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3B465C"/>
                </a:solidFill>
                <a:latin typeface="微软雅黑" panose="020B0503020204020204" charset="-122"/>
              </a:rPr>
              <a:t>POST /api/v1/test</a:t>
            </a:r>
            <a:endParaRPr sz="800" b="0" i="0">
              <a:solidFill>
                <a:srgbClr val="3B465C"/>
              </a:solidFill>
              <a:latin typeface="微软雅黑" panose="020B0503020204020204" charset="-122"/>
            </a:endParaRPr>
          </a:p>
        </p:txBody>
      </p:sp>
      <p:sp>
        <p:nvSpPr>
          <p:cNvPr id="244" name="TextBox 50"/>
          <p:cNvSpPr txBox="1"/>
          <p:nvPr/>
        </p:nvSpPr>
        <p:spPr>
          <a:xfrm>
            <a:off x="8594883" y="4574778"/>
            <a:ext cx="833437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4B5568"/>
                </a:solidFill>
                <a:latin typeface="微软雅黑" panose="020B0503020204020204" charset="-122"/>
              </a:rPr>
              <a:t>执行测试与验证</a:t>
            </a:r>
            <a:endParaRPr sz="800" b="0" i="0">
              <a:solidFill>
                <a:srgbClr val="4B5568"/>
              </a:solidFill>
              <a:latin typeface="微软雅黑" panose="020B0503020204020204" charset="-122"/>
            </a:endParaRPr>
          </a:p>
        </p:txBody>
      </p:sp>
      <p:sp>
        <p:nvSpPr>
          <p:cNvPr id="245" name="TextBox 51"/>
          <p:cNvSpPr txBox="1"/>
          <p:nvPr/>
        </p:nvSpPr>
        <p:spPr>
          <a:xfrm>
            <a:off x="10178414" y="4229496"/>
            <a:ext cx="714374" cy="1488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08237F"/>
                </a:solidFill>
                <a:latin typeface="微软雅黑" panose="020B0503020204020204" charset="-122"/>
              </a:rPr>
              <a:t>诊断日志</a:t>
            </a:r>
            <a:endParaRPr sz="13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46" name="TextBox 52"/>
          <p:cNvSpPr txBox="1"/>
          <p:nvPr/>
        </p:nvSpPr>
        <p:spPr>
          <a:xfrm>
            <a:off x="10178414" y="4414043"/>
            <a:ext cx="1071562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3B465C"/>
                </a:solidFill>
                <a:latin typeface="微软雅黑" panose="020B0503020204020204" charset="-122"/>
              </a:rPr>
              <a:t>GET /api/v1/logs/{id}</a:t>
            </a:r>
            <a:endParaRPr sz="900" b="0" i="0">
              <a:solidFill>
                <a:srgbClr val="3B465C"/>
              </a:solidFill>
              <a:latin typeface="微软雅黑" panose="020B0503020204020204" charset="-122"/>
            </a:endParaRPr>
          </a:p>
        </p:txBody>
      </p:sp>
      <p:sp>
        <p:nvSpPr>
          <p:cNvPr id="247" name="TextBox 53"/>
          <p:cNvSpPr txBox="1"/>
          <p:nvPr/>
        </p:nvSpPr>
        <p:spPr>
          <a:xfrm>
            <a:off x="10178414" y="4574778"/>
            <a:ext cx="982265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4B5568"/>
                </a:solidFill>
                <a:latin typeface="微软雅黑" panose="020B0503020204020204" charset="-122"/>
              </a:rPr>
              <a:t>查看运行与错误日志</a:t>
            </a:r>
            <a:endParaRPr sz="900" b="0" i="0">
              <a:solidFill>
                <a:srgbClr val="4B5568"/>
              </a:solidFill>
              <a:latin typeface="微软雅黑" panose="020B0503020204020204" charset="-122"/>
            </a:endParaRPr>
          </a:p>
        </p:txBody>
      </p:sp>
      <p:sp>
        <p:nvSpPr>
          <p:cNvPr id="248" name="TextBox 54"/>
          <p:cNvSpPr txBox="1"/>
          <p:nvPr/>
        </p:nvSpPr>
        <p:spPr>
          <a:xfrm>
            <a:off x="915352" y="4985543"/>
            <a:ext cx="1666874" cy="2262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000" b="1" i="0">
                <a:solidFill>
                  <a:srgbClr val="08237F"/>
                </a:solidFill>
                <a:latin typeface="微软雅黑" panose="020B0503020204020204" charset="-122"/>
              </a:rPr>
              <a:t>测试维护与交付提示</a:t>
            </a:r>
            <a:endParaRPr sz="20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49" name="TextBox 55"/>
          <p:cNvSpPr txBox="1"/>
          <p:nvPr/>
        </p:nvSpPr>
        <p:spPr>
          <a:xfrm>
            <a:off x="1022508" y="5336777"/>
            <a:ext cx="1012031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8237F"/>
                </a:solidFill>
                <a:latin typeface="微软雅黑" panose="020B0503020204020204" charset="-122"/>
              </a:rPr>
              <a:t>测试与维护工具</a:t>
            </a:r>
            <a:endParaRPr sz="14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50" name="TextBox 56"/>
          <p:cNvSpPr txBox="1"/>
          <p:nvPr/>
        </p:nvSpPr>
        <p:spPr>
          <a:xfrm>
            <a:off x="890111" y="5824934"/>
            <a:ext cx="595312" cy="327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08237F"/>
                </a:solidFill>
                <a:latin typeface="微软雅黑" panose="020B0503020204020204" charset="-122"/>
              </a:rPr>
              <a:t>单元测试</a:t>
            </a:r>
            <a:endParaRPr sz="800" b="0" i="0">
              <a:solidFill>
                <a:srgbClr val="08237F"/>
              </a:solidFill>
              <a:latin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08237F"/>
                </a:solidFill>
                <a:latin typeface="微软雅黑" panose="020B0503020204020204" charset="-122"/>
              </a:rPr>
              <a:t>pytest</a:t>
            </a:r>
            <a:endParaRPr sz="800" b="0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51" name="TextBox 57"/>
          <p:cNvSpPr txBox="1"/>
          <p:nvPr/>
        </p:nvSpPr>
        <p:spPr>
          <a:xfrm>
            <a:off x="1550908" y="5824934"/>
            <a:ext cx="595312" cy="327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08237F"/>
                </a:solidFill>
                <a:latin typeface="微软雅黑" panose="020B0503020204020204" charset="-122"/>
              </a:rPr>
              <a:t>集成测试</a:t>
            </a:r>
            <a:endParaRPr sz="800" b="0" i="0">
              <a:solidFill>
                <a:srgbClr val="08237F"/>
              </a:solidFill>
              <a:latin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08237F"/>
                </a:solidFill>
                <a:latin typeface="微软雅黑" panose="020B0503020204020204" charset="-122"/>
              </a:rPr>
              <a:t>API 校验</a:t>
            </a:r>
            <a:endParaRPr sz="800" b="0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52" name="TextBox 58"/>
          <p:cNvSpPr txBox="1"/>
          <p:nvPr/>
        </p:nvSpPr>
        <p:spPr>
          <a:xfrm>
            <a:off x="2187178" y="5824934"/>
            <a:ext cx="595312" cy="327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08237F"/>
                </a:solidFill>
                <a:latin typeface="微软雅黑" panose="020B0503020204020204" charset="-122"/>
              </a:rPr>
              <a:t>性能测试</a:t>
            </a:r>
            <a:endParaRPr sz="800" b="0" i="0">
              <a:solidFill>
                <a:srgbClr val="08237F"/>
              </a:solidFill>
              <a:latin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08237F"/>
                </a:solidFill>
                <a:latin typeface="微软雅黑" panose="020B0503020204020204" charset="-122"/>
              </a:rPr>
              <a:t>并发压测</a:t>
            </a:r>
            <a:endParaRPr sz="800" b="0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53" name="TextBox 59"/>
          <p:cNvSpPr txBox="1"/>
          <p:nvPr/>
        </p:nvSpPr>
        <p:spPr>
          <a:xfrm>
            <a:off x="2884408" y="5824934"/>
            <a:ext cx="595312" cy="327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08237F"/>
                </a:solidFill>
                <a:latin typeface="微软雅黑" panose="020B0503020204020204" charset="-122"/>
              </a:rPr>
              <a:t>健康检查</a:t>
            </a:r>
            <a:endParaRPr sz="800" b="0" i="0">
              <a:solidFill>
                <a:srgbClr val="08237F"/>
              </a:solidFill>
              <a:latin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08237F"/>
                </a:solidFill>
                <a:latin typeface="微软雅黑" panose="020B0503020204020204" charset="-122"/>
              </a:rPr>
              <a:t>/healthz</a:t>
            </a:r>
            <a:endParaRPr sz="800" b="0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54" name="TextBox 60"/>
          <p:cNvSpPr txBox="1"/>
          <p:nvPr/>
        </p:nvSpPr>
        <p:spPr>
          <a:xfrm>
            <a:off x="3545204" y="5824934"/>
            <a:ext cx="595312" cy="3274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08237F"/>
                </a:solidFill>
                <a:latin typeface="微软雅黑" panose="020B0503020204020204" charset="-122"/>
              </a:rPr>
              <a:t>日志监控</a:t>
            </a:r>
            <a:endParaRPr sz="800" b="0" i="0">
              <a:solidFill>
                <a:srgbClr val="08237F"/>
              </a:solidFill>
              <a:latin typeface="微软雅黑" panose="020B0503020204020204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08237F"/>
                </a:solidFill>
                <a:latin typeface="微软雅黑" panose="020B0503020204020204" charset="-122"/>
              </a:rPr>
              <a:t>运行与告警</a:t>
            </a:r>
            <a:endParaRPr sz="800" b="0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55" name="TextBox 61"/>
          <p:cNvSpPr txBox="1"/>
          <p:nvPr/>
        </p:nvSpPr>
        <p:spPr>
          <a:xfrm>
            <a:off x="4743211" y="5330824"/>
            <a:ext cx="1309687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8237F"/>
                </a:solidFill>
                <a:latin typeface="微软雅黑" panose="020B0503020204020204" charset="-122"/>
              </a:rPr>
              <a:t>版本 / 许可证提示</a:t>
            </a:r>
            <a:endParaRPr sz="14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56" name="TextBox 62"/>
          <p:cNvSpPr txBox="1"/>
          <p:nvPr/>
        </p:nvSpPr>
        <p:spPr>
          <a:xfrm>
            <a:off x="4743211" y="5580856"/>
            <a:ext cx="2143124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26354F"/>
                </a:solidFill>
                <a:latin typeface="微软雅黑" panose="020B0503020204020204" charset="-122"/>
              </a:rPr>
              <a:t>遵循 MIT 许可证，保留版权与声明</a:t>
            </a:r>
            <a:endParaRPr sz="900" b="0" i="0">
              <a:solidFill>
                <a:srgbClr val="26354F"/>
              </a:solidFill>
              <a:latin typeface="微软雅黑" panose="020B0503020204020204" charset="-122"/>
            </a:endParaRPr>
          </a:p>
        </p:txBody>
      </p:sp>
      <p:sp>
        <p:nvSpPr>
          <p:cNvPr id="257" name="TextBox 63"/>
          <p:cNvSpPr txBox="1"/>
          <p:nvPr/>
        </p:nvSpPr>
        <p:spPr>
          <a:xfrm>
            <a:off x="4743211" y="5723731"/>
            <a:ext cx="2143124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26354F"/>
                </a:solidFill>
                <a:latin typeface="微软雅黑" panose="020B0503020204020204" charset="-122"/>
              </a:rPr>
              <a:t> 模型与第三方库请遵守各自许可证</a:t>
            </a:r>
            <a:endParaRPr sz="900" b="0" i="0">
              <a:solidFill>
                <a:srgbClr val="26354F"/>
              </a:solidFill>
              <a:latin typeface="微软雅黑" panose="020B0503020204020204" charset="-122"/>
            </a:endParaRPr>
          </a:p>
        </p:txBody>
      </p:sp>
      <p:sp>
        <p:nvSpPr>
          <p:cNvPr id="258" name="TextBox 64"/>
          <p:cNvSpPr txBox="1"/>
          <p:nvPr/>
        </p:nvSpPr>
        <p:spPr>
          <a:xfrm>
            <a:off x="4743211" y="5866606"/>
            <a:ext cx="2202656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26354F"/>
                </a:solidFill>
                <a:latin typeface="微软雅黑" panose="020B0503020204020204" charset="-122"/>
              </a:rPr>
              <a:t>版本追踪：使用 Git 管理变更与发布</a:t>
            </a:r>
            <a:endParaRPr sz="900" b="0" i="0">
              <a:solidFill>
                <a:srgbClr val="26354F"/>
              </a:solidFill>
              <a:latin typeface="微软雅黑" panose="020B0503020204020204" charset="-122"/>
            </a:endParaRPr>
          </a:p>
        </p:txBody>
      </p:sp>
      <p:sp>
        <p:nvSpPr>
          <p:cNvPr id="259" name="TextBox 65"/>
          <p:cNvSpPr txBox="1"/>
          <p:nvPr/>
        </p:nvSpPr>
        <p:spPr>
          <a:xfrm>
            <a:off x="4743211" y="6009481"/>
            <a:ext cx="1785937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26354F"/>
                </a:solidFill>
                <a:latin typeface="微软雅黑" panose="020B0503020204020204" charset="-122"/>
              </a:rPr>
              <a:t>建议语义化版本：vX.Y.Z</a:t>
            </a:r>
            <a:endParaRPr sz="900" b="0" i="0">
              <a:solidFill>
                <a:srgbClr val="26354F"/>
              </a:solidFill>
              <a:latin typeface="微软雅黑" panose="020B0503020204020204" charset="-122"/>
            </a:endParaRPr>
          </a:p>
        </p:txBody>
      </p:sp>
      <p:sp>
        <p:nvSpPr>
          <p:cNvPr id="260" name="TextBox 66"/>
          <p:cNvSpPr txBox="1"/>
          <p:nvPr/>
        </p:nvSpPr>
        <p:spPr>
          <a:xfrm>
            <a:off x="7737633" y="5330824"/>
            <a:ext cx="1071562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8237F"/>
                </a:solidFill>
                <a:latin typeface="微软雅黑" panose="020B0503020204020204" charset="-122"/>
              </a:rPr>
              <a:t>交付形态说明</a:t>
            </a:r>
            <a:endParaRPr sz="1400" b="1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61" name="TextBox 67"/>
          <p:cNvSpPr txBox="1"/>
          <p:nvPr/>
        </p:nvSpPr>
        <p:spPr>
          <a:xfrm>
            <a:off x="7548879" y="5614828"/>
            <a:ext cx="1547812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8237F"/>
                </a:solidFill>
                <a:latin typeface="微软雅黑" panose="020B0503020204020204" charset="-122"/>
              </a:rPr>
              <a:t>源码交付：代码仓库与文档</a:t>
            </a:r>
            <a:endParaRPr sz="900" b="0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62" name="TextBox 68"/>
          <p:cNvSpPr txBox="1"/>
          <p:nvPr/>
        </p:nvSpPr>
        <p:spPr>
          <a:xfrm>
            <a:off x="7548879" y="5817234"/>
            <a:ext cx="1964531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8237F"/>
                </a:solidFill>
                <a:latin typeface="微软雅黑" panose="020B0503020204020204" charset="-122"/>
              </a:rPr>
              <a:t>容器化交付：Docker 镜像与 Compose</a:t>
            </a:r>
            <a:endParaRPr sz="900" b="0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63" name="TextBox 69"/>
          <p:cNvSpPr txBox="1"/>
          <p:nvPr/>
        </p:nvSpPr>
        <p:spPr>
          <a:xfrm>
            <a:off x="7548879" y="6019641"/>
            <a:ext cx="1904999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08237F"/>
                </a:solidFill>
                <a:latin typeface="微软雅黑" panose="020B0503020204020204" charset="-122"/>
              </a:rPr>
              <a:t>部署包交付：可直接部署的运行包</a:t>
            </a:r>
            <a:endParaRPr sz="900" b="0" i="0">
              <a:solidFill>
                <a:srgbClr val="08237F"/>
              </a:solidFill>
              <a:latin typeface="微软雅黑" panose="020B0503020204020204" charset="-122"/>
            </a:endParaRPr>
          </a:p>
        </p:txBody>
      </p:sp>
      <p:sp>
        <p:nvSpPr>
          <p:cNvPr id="264" name="TextBox 70"/>
          <p:cNvSpPr txBox="1"/>
          <p:nvPr/>
        </p:nvSpPr>
        <p:spPr>
          <a:xfrm>
            <a:off x="10065305" y="5366543"/>
            <a:ext cx="773906" cy="1666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EF1F2D"/>
                </a:solidFill>
                <a:latin typeface="微软雅黑" panose="020B0503020204020204" charset="-122"/>
              </a:rPr>
              <a:t>注意事项</a:t>
            </a:r>
            <a:endParaRPr sz="1300" b="1" i="0">
              <a:solidFill>
                <a:srgbClr val="EF1F2D"/>
              </a:solidFill>
              <a:latin typeface="微软雅黑" panose="020B0503020204020204" charset="-122"/>
            </a:endParaRPr>
          </a:p>
        </p:txBody>
      </p:sp>
      <p:sp>
        <p:nvSpPr>
          <p:cNvPr id="265" name="TextBox 71"/>
          <p:cNvSpPr txBox="1"/>
          <p:nvPr/>
        </p:nvSpPr>
        <p:spPr>
          <a:xfrm>
            <a:off x="9887822" y="5622527"/>
            <a:ext cx="1785937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EF1F2D"/>
                </a:solidFill>
                <a:latin typeface="微软雅黑" panose="020B0503020204020204" charset="-122"/>
              </a:rPr>
              <a:t> 生产环境请先验证配置与模型</a:t>
            </a:r>
            <a:endParaRPr sz="900" b="0" i="0">
              <a:solidFill>
                <a:srgbClr val="EF1F2D"/>
              </a:solidFill>
              <a:latin typeface="微软雅黑" panose="020B0503020204020204" charset="-122"/>
            </a:endParaRPr>
          </a:p>
        </p:txBody>
      </p:sp>
      <p:sp>
        <p:nvSpPr>
          <p:cNvPr id="266" name="TextBox 72"/>
          <p:cNvSpPr txBox="1"/>
          <p:nvPr/>
        </p:nvSpPr>
        <p:spPr>
          <a:xfrm>
            <a:off x="9887822" y="5759449"/>
            <a:ext cx="1904999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EF1F2D"/>
                </a:solidFill>
                <a:latin typeface="微软雅黑" panose="020B0503020204020204" charset="-122"/>
              </a:rPr>
              <a:t> 控制并发与重试，避免资源耗尽</a:t>
            </a:r>
            <a:endParaRPr sz="900" b="0" i="0">
              <a:solidFill>
                <a:srgbClr val="EF1F2D"/>
              </a:solidFill>
              <a:latin typeface="微软雅黑" panose="020B0503020204020204" charset="-122"/>
            </a:endParaRPr>
          </a:p>
        </p:txBody>
      </p:sp>
      <p:sp>
        <p:nvSpPr>
          <p:cNvPr id="267" name="TextBox 73"/>
          <p:cNvSpPr txBox="1"/>
          <p:nvPr/>
        </p:nvSpPr>
        <p:spPr>
          <a:xfrm>
            <a:off x="9887822" y="5896371"/>
            <a:ext cx="1726406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EF1F2D"/>
                </a:solidFill>
                <a:latin typeface="微软雅黑" panose="020B0503020204020204" charset="-122"/>
              </a:rPr>
              <a:t> 妥善保管密钥与访问凭证</a:t>
            </a:r>
            <a:endParaRPr sz="900" b="0" i="0">
              <a:solidFill>
                <a:srgbClr val="EF1F2D"/>
              </a:solidFill>
              <a:latin typeface="微软雅黑" panose="020B0503020204020204" charset="-122"/>
            </a:endParaRPr>
          </a:p>
        </p:txBody>
      </p:sp>
      <p:sp>
        <p:nvSpPr>
          <p:cNvPr id="268" name="TextBox 74"/>
          <p:cNvSpPr txBox="1"/>
          <p:nvPr/>
        </p:nvSpPr>
        <p:spPr>
          <a:xfrm>
            <a:off x="9887822" y="6033293"/>
            <a:ext cx="1726406" cy="1309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EF1F2D"/>
                </a:solidFill>
                <a:latin typeface="微软雅黑" panose="020B0503020204020204" charset="-122"/>
              </a:rPr>
              <a:t> 遵守许可证与模型使用规范</a:t>
            </a:r>
            <a:endParaRPr sz="900" b="0" i="0">
              <a:solidFill>
                <a:srgbClr val="EF1F2D"/>
              </a:solidFill>
              <a:latin typeface="微软雅黑" panose="020B0503020204020204" charset="-122"/>
            </a:endParaRPr>
          </a:p>
        </p:txBody>
      </p:sp>
      <p:sp>
        <p:nvSpPr>
          <p:cNvPr id="269" name="TextBox 75"/>
          <p:cNvSpPr txBox="1"/>
          <p:nvPr/>
        </p:nvSpPr>
        <p:spPr>
          <a:xfrm>
            <a:off x="3645693" y="6492398"/>
            <a:ext cx="5119687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E51C7"/>
                </a:solidFill>
                <a:latin typeface="微软雅黑" panose="020B0503020204020204" charset="-122"/>
              </a:rPr>
              <a:t>支持持续测试、故障诊断、版本追踪，确保从开发到运维的稳定可控与可追溯</a:t>
            </a:r>
            <a:endParaRPr sz="1200" b="1" i="0">
              <a:solidFill>
                <a:srgbClr val="0E51C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3004</Words>
  <Application>WPS 演示</Application>
  <PresentationFormat>On-screen Show (4:3)</PresentationFormat>
  <Paragraphs>601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我在这</cp:lastModifiedBy>
  <cp:revision>4</cp:revision>
  <dcterms:created xsi:type="dcterms:W3CDTF">2013-01-27T09:14:00Z</dcterms:created>
  <dcterms:modified xsi:type="dcterms:W3CDTF">2026-05-31T06:25:30Z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EF08EABAEC0941F4851EFBBFE41E0EA0_12</vt:lpwstr>
  </property>
  <property fmtid="{D5CDD505-2E9C-101B-9397-08002B2CF9AE}" pid="3" name="KSOProductBuildVer">
    <vt:lpwstr>2052-12.1.0.21171</vt:lpwstr>
  </property>
</Properties>
</file>