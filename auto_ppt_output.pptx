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set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3" y="97535"/>
            <a:ext cx="5876543" cy="2956559"/>
          </a:xfrm>
          <a:prstGeom prst="rect">
            <a:avLst/>
          </a:prstGeom>
        </p:spPr>
      </p:pic>
      <p:pic>
        <p:nvPicPr>
          <p:cNvPr id="3" name="Picture 2" descr="asset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1775" y="213359"/>
            <a:ext cx="481583" cy="310895"/>
          </a:xfrm>
          <a:prstGeom prst="rect">
            <a:avLst/>
          </a:prstGeom>
        </p:spPr>
      </p:pic>
      <p:pic>
        <p:nvPicPr>
          <p:cNvPr id="4" name="Picture 3" descr="asse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87" y="987551"/>
            <a:ext cx="8253983" cy="54863"/>
          </a:xfrm>
          <a:prstGeom prst="rect">
            <a:avLst/>
          </a:prstGeom>
        </p:spPr>
      </p:pic>
      <p:pic>
        <p:nvPicPr>
          <p:cNvPr id="5" name="Picture 4" descr="asset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1" y="1164335"/>
            <a:ext cx="5711951" cy="1889759"/>
          </a:xfrm>
          <a:prstGeom prst="rect">
            <a:avLst/>
          </a:prstGeom>
        </p:spPr>
      </p:pic>
      <p:pic>
        <p:nvPicPr>
          <p:cNvPr id="6" name="Picture 5" descr="asset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55" y="1328927"/>
            <a:ext cx="829055" cy="804671"/>
          </a:xfrm>
          <a:prstGeom prst="rect">
            <a:avLst/>
          </a:prstGeom>
        </p:spPr>
      </p:pic>
      <p:pic>
        <p:nvPicPr>
          <p:cNvPr id="7" name="Picture 6" descr="asset_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127" y="1341119"/>
            <a:ext cx="822959" cy="822959"/>
          </a:xfrm>
          <a:prstGeom prst="rect">
            <a:avLst/>
          </a:prstGeom>
        </p:spPr>
      </p:pic>
      <p:pic>
        <p:nvPicPr>
          <p:cNvPr id="8" name="Picture 7" descr="asset_0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135" y="1493519"/>
            <a:ext cx="487679" cy="493775"/>
          </a:xfrm>
          <a:prstGeom prst="rect">
            <a:avLst/>
          </a:prstGeom>
        </p:spPr>
      </p:pic>
      <p:pic>
        <p:nvPicPr>
          <p:cNvPr id="9" name="Picture 8" descr="asset_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3" y="1554479"/>
            <a:ext cx="457199" cy="402335"/>
          </a:xfrm>
          <a:prstGeom prst="rect">
            <a:avLst/>
          </a:prstGeom>
        </p:spPr>
      </p:pic>
      <p:pic>
        <p:nvPicPr>
          <p:cNvPr id="10" name="Picture 9" descr="asset_0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3935" y="1706879"/>
            <a:ext cx="256031" cy="237743"/>
          </a:xfrm>
          <a:prstGeom prst="rect">
            <a:avLst/>
          </a:prstGeom>
        </p:spPr>
      </p:pic>
      <p:pic>
        <p:nvPicPr>
          <p:cNvPr id="11" name="Picture 10" descr="asset_0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0063" y="1786127"/>
            <a:ext cx="97535" cy="103631"/>
          </a:xfrm>
          <a:prstGeom prst="rect">
            <a:avLst/>
          </a:prstGeom>
        </p:spPr>
      </p:pic>
      <p:pic>
        <p:nvPicPr>
          <p:cNvPr id="12" name="Picture 11" descr="asset_0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3935" y="2029967"/>
            <a:ext cx="256031" cy="256031"/>
          </a:xfrm>
          <a:prstGeom prst="rect">
            <a:avLst/>
          </a:prstGeom>
        </p:spPr>
      </p:pic>
      <p:pic>
        <p:nvPicPr>
          <p:cNvPr id="13" name="Picture 12" descr="asset_0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0063" y="2103119"/>
            <a:ext cx="97535" cy="97535"/>
          </a:xfrm>
          <a:prstGeom prst="rect">
            <a:avLst/>
          </a:prstGeom>
        </p:spPr>
      </p:pic>
      <p:pic>
        <p:nvPicPr>
          <p:cNvPr id="14" name="Picture 13" descr="asset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0031" y="2346959"/>
            <a:ext cx="243839" cy="268223"/>
          </a:xfrm>
          <a:prstGeom prst="rect">
            <a:avLst/>
          </a:prstGeom>
        </p:spPr>
      </p:pic>
      <p:pic>
        <p:nvPicPr>
          <p:cNvPr id="15" name="Picture 14" descr="asset_0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7087" y="2426207"/>
            <a:ext cx="128015" cy="109727"/>
          </a:xfrm>
          <a:prstGeom prst="rect">
            <a:avLst/>
          </a:prstGeom>
        </p:spPr>
      </p:pic>
      <p:pic>
        <p:nvPicPr>
          <p:cNvPr id="16" name="Picture 15" descr="asset_0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0063" y="2426207"/>
            <a:ext cx="97535" cy="97535"/>
          </a:xfrm>
          <a:prstGeom prst="rect">
            <a:avLst/>
          </a:prstGeom>
        </p:spPr>
      </p:pic>
      <p:pic>
        <p:nvPicPr>
          <p:cNvPr id="17" name="Picture 16" descr="asset_0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3935" y="2676143"/>
            <a:ext cx="256031" cy="256031"/>
          </a:xfrm>
          <a:prstGeom prst="rect">
            <a:avLst/>
          </a:prstGeom>
        </p:spPr>
      </p:pic>
      <p:pic>
        <p:nvPicPr>
          <p:cNvPr id="18" name="Picture 17" descr="asset_0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70063" y="2755391"/>
            <a:ext cx="97535" cy="91439"/>
          </a:xfrm>
          <a:prstGeom prst="rect">
            <a:avLst/>
          </a:prstGeom>
        </p:spPr>
      </p:pic>
      <p:pic>
        <p:nvPicPr>
          <p:cNvPr id="19" name="Picture 18" descr="asset_0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6095" y="3236975"/>
            <a:ext cx="158495" cy="152399"/>
          </a:xfrm>
          <a:prstGeom prst="rect">
            <a:avLst/>
          </a:prstGeom>
        </p:spPr>
      </p:pic>
      <p:pic>
        <p:nvPicPr>
          <p:cNvPr id="20" name="Picture 19" descr="asset_0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86927" y="3236975"/>
            <a:ext cx="152399" cy="152399"/>
          </a:xfrm>
          <a:prstGeom prst="rect">
            <a:avLst/>
          </a:prstGeom>
        </p:spPr>
      </p:pic>
      <p:pic>
        <p:nvPicPr>
          <p:cNvPr id="21" name="Picture 20" descr="asset_02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63695" y="3261359"/>
            <a:ext cx="103631" cy="97535"/>
          </a:xfrm>
          <a:prstGeom prst="rect">
            <a:avLst/>
          </a:prstGeom>
        </p:spPr>
      </p:pic>
      <p:pic>
        <p:nvPicPr>
          <p:cNvPr id="22" name="Picture 21" descr="asset_02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1999" y="3261359"/>
            <a:ext cx="97535" cy="97535"/>
          </a:xfrm>
          <a:prstGeom prst="rect">
            <a:avLst/>
          </a:prstGeom>
        </p:spPr>
      </p:pic>
      <p:pic>
        <p:nvPicPr>
          <p:cNvPr id="23" name="Picture 22" descr="asset_02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53967" y="3273551"/>
            <a:ext cx="67055" cy="67055"/>
          </a:xfrm>
          <a:prstGeom prst="rect">
            <a:avLst/>
          </a:prstGeom>
        </p:spPr>
      </p:pic>
      <p:pic>
        <p:nvPicPr>
          <p:cNvPr id="24" name="Picture 23" descr="asset_02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16111" y="3273551"/>
            <a:ext cx="67055" cy="73151"/>
          </a:xfrm>
          <a:prstGeom prst="rect">
            <a:avLst/>
          </a:prstGeom>
        </p:spPr>
      </p:pic>
      <p:pic>
        <p:nvPicPr>
          <p:cNvPr id="25" name="Picture 24" descr="asset_02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50335" y="3279647"/>
            <a:ext cx="54863" cy="60959"/>
          </a:xfrm>
          <a:prstGeom prst="rect">
            <a:avLst/>
          </a:prstGeom>
        </p:spPr>
      </p:pic>
      <p:pic>
        <p:nvPicPr>
          <p:cNvPr id="26" name="Picture 25" descr="asset_025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25839" y="3285743"/>
            <a:ext cx="54863" cy="48767"/>
          </a:xfrm>
          <a:prstGeom prst="rect">
            <a:avLst/>
          </a:prstGeom>
        </p:spPr>
      </p:pic>
      <p:pic>
        <p:nvPicPr>
          <p:cNvPr id="27" name="Picture 26" descr="asset_02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6991" y="3304031"/>
            <a:ext cx="11551919" cy="1335023"/>
          </a:xfrm>
          <a:prstGeom prst="rect">
            <a:avLst/>
          </a:prstGeom>
        </p:spPr>
      </p:pic>
      <p:pic>
        <p:nvPicPr>
          <p:cNvPr id="28" name="Picture 27" descr="asset_02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9391" y="3535679"/>
            <a:ext cx="11234927" cy="999743"/>
          </a:xfrm>
          <a:prstGeom prst="rect">
            <a:avLst/>
          </a:prstGeom>
        </p:spPr>
      </p:pic>
      <p:pic>
        <p:nvPicPr>
          <p:cNvPr id="29" name="Picture 28" descr="asset_028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07663" y="3535679"/>
            <a:ext cx="2365247" cy="810767"/>
          </a:xfrm>
          <a:prstGeom prst="rect">
            <a:avLst/>
          </a:prstGeom>
        </p:spPr>
      </p:pic>
      <p:pic>
        <p:nvPicPr>
          <p:cNvPr id="30" name="Picture 29" descr="asset_029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11823" y="3535679"/>
            <a:ext cx="2602991" cy="810767"/>
          </a:xfrm>
          <a:prstGeom prst="rect">
            <a:avLst/>
          </a:prstGeom>
        </p:spPr>
      </p:pic>
      <p:pic>
        <p:nvPicPr>
          <p:cNvPr id="31" name="Picture 30" descr="asset_030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97407" y="3608831"/>
            <a:ext cx="280415" cy="292607"/>
          </a:xfrm>
          <a:prstGeom prst="rect">
            <a:avLst/>
          </a:prstGeom>
        </p:spPr>
      </p:pic>
      <p:pic>
        <p:nvPicPr>
          <p:cNvPr id="32" name="Picture 31" descr="asset_03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535679" y="3608831"/>
            <a:ext cx="292607" cy="292607"/>
          </a:xfrm>
          <a:prstGeom prst="rect">
            <a:avLst/>
          </a:prstGeom>
        </p:spPr>
      </p:pic>
      <p:pic>
        <p:nvPicPr>
          <p:cNvPr id="33" name="Picture 32" descr="asset_03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45935" y="3608831"/>
            <a:ext cx="292607" cy="292607"/>
          </a:xfrm>
          <a:prstGeom prst="rect">
            <a:avLst/>
          </a:prstGeom>
        </p:spPr>
      </p:pic>
      <p:pic>
        <p:nvPicPr>
          <p:cNvPr id="34" name="Picture 33" descr="asset_03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81743" y="3614927"/>
            <a:ext cx="286511" cy="286511"/>
          </a:xfrm>
          <a:prstGeom prst="rect">
            <a:avLst/>
          </a:prstGeom>
        </p:spPr>
      </p:pic>
      <p:pic>
        <p:nvPicPr>
          <p:cNvPr id="35" name="Picture 34" descr="asset_03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17791" y="3736847"/>
            <a:ext cx="371855" cy="432815"/>
          </a:xfrm>
          <a:prstGeom prst="rect">
            <a:avLst/>
          </a:prstGeom>
        </p:spPr>
      </p:pic>
      <p:pic>
        <p:nvPicPr>
          <p:cNvPr id="36" name="Picture 35" descr="asset_03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53599" y="3736847"/>
            <a:ext cx="390143" cy="432815"/>
          </a:xfrm>
          <a:prstGeom prst="rect">
            <a:avLst/>
          </a:prstGeom>
        </p:spPr>
      </p:pic>
      <p:pic>
        <p:nvPicPr>
          <p:cNvPr id="37" name="Picture 36" descr="asset_03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58767" y="3749039"/>
            <a:ext cx="408431" cy="408431"/>
          </a:xfrm>
          <a:prstGeom prst="rect">
            <a:avLst/>
          </a:prstGeom>
        </p:spPr>
      </p:pic>
      <p:pic>
        <p:nvPicPr>
          <p:cNvPr id="38" name="Picture 37" descr="asset_037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75" y="3755135"/>
            <a:ext cx="341375" cy="402335"/>
          </a:xfrm>
          <a:prstGeom prst="rect">
            <a:avLst/>
          </a:prstGeom>
        </p:spPr>
      </p:pic>
      <p:pic>
        <p:nvPicPr>
          <p:cNvPr id="39" name="Picture 38" descr="asset_03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054095" y="3816095"/>
            <a:ext cx="316991" cy="256031"/>
          </a:xfrm>
          <a:prstGeom prst="rect">
            <a:avLst/>
          </a:prstGeom>
        </p:spPr>
      </p:pic>
      <p:pic>
        <p:nvPicPr>
          <p:cNvPr id="40" name="Picture 39" descr="asset_039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64351" y="3816095"/>
            <a:ext cx="316991" cy="249935"/>
          </a:xfrm>
          <a:prstGeom prst="rect">
            <a:avLst/>
          </a:prstGeom>
        </p:spPr>
      </p:pic>
      <p:pic>
        <p:nvPicPr>
          <p:cNvPr id="41" name="Picture 40" descr="asset_040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900159" y="3816095"/>
            <a:ext cx="310895" cy="256031"/>
          </a:xfrm>
          <a:prstGeom prst="rect">
            <a:avLst/>
          </a:prstGeom>
        </p:spPr>
      </p:pic>
      <p:pic>
        <p:nvPicPr>
          <p:cNvPr id="42" name="Picture 41" descr="asset_04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30223" y="3870959"/>
            <a:ext cx="182879" cy="42671"/>
          </a:xfrm>
          <a:prstGeom prst="rect">
            <a:avLst/>
          </a:prstGeom>
        </p:spPr>
      </p:pic>
      <p:pic>
        <p:nvPicPr>
          <p:cNvPr id="43" name="Picture 42" descr="asset_042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815327" y="3870959"/>
            <a:ext cx="195071" cy="158495"/>
          </a:xfrm>
          <a:prstGeom prst="rect">
            <a:avLst/>
          </a:prstGeom>
        </p:spPr>
      </p:pic>
      <p:pic>
        <p:nvPicPr>
          <p:cNvPr id="44" name="Picture 43" descr="asset_043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30223" y="3944111"/>
            <a:ext cx="182879" cy="42671"/>
          </a:xfrm>
          <a:prstGeom prst="rect">
            <a:avLst/>
          </a:prstGeom>
        </p:spPr>
      </p:pic>
      <p:pic>
        <p:nvPicPr>
          <p:cNvPr id="45" name="Picture 44" descr="asset_04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30223" y="4011167"/>
            <a:ext cx="103631" cy="42671"/>
          </a:xfrm>
          <a:prstGeom prst="rect">
            <a:avLst/>
          </a:prstGeom>
        </p:spPr>
      </p:pic>
      <p:pic>
        <p:nvPicPr>
          <p:cNvPr id="46" name="Picture 45" descr="asset_045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6991" y="4718303"/>
            <a:ext cx="11551919" cy="1225295"/>
          </a:xfrm>
          <a:prstGeom prst="rect">
            <a:avLst/>
          </a:prstGeom>
        </p:spPr>
      </p:pic>
      <p:pic>
        <p:nvPicPr>
          <p:cNvPr id="47" name="Picture 46" descr="asset_046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92479" y="4858511"/>
            <a:ext cx="780287" cy="816863"/>
          </a:xfrm>
          <a:prstGeom prst="rect">
            <a:avLst/>
          </a:prstGeom>
        </p:spPr>
      </p:pic>
      <p:pic>
        <p:nvPicPr>
          <p:cNvPr id="48" name="Picture 47" descr="asset_047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46175" y="5077967"/>
            <a:ext cx="621791" cy="731519"/>
          </a:xfrm>
          <a:prstGeom prst="rect">
            <a:avLst/>
          </a:prstGeom>
        </p:spPr>
      </p:pic>
      <p:pic>
        <p:nvPicPr>
          <p:cNvPr id="49" name="Picture 48" descr="asset_048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30223" y="5218175"/>
            <a:ext cx="115823" cy="115823"/>
          </a:xfrm>
          <a:prstGeom prst="rect">
            <a:avLst/>
          </a:prstGeom>
        </p:spPr>
      </p:pic>
      <p:pic>
        <p:nvPicPr>
          <p:cNvPr id="50" name="Picture 49" descr="asset_049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321039" y="5248655"/>
            <a:ext cx="524255" cy="536447"/>
          </a:xfrm>
          <a:prstGeom prst="rect">
            <a:avLst/>
          </a:prstGeom>
        </p:spPr>
      </p:pic>
      <p:pic>
        <p:nvPicPr>
          <p:cNvPr id="51" name="Picture 50" descr="asset_050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090927" y="5254751"/>
            <a:ext cx="524255" cy="530351"/>
          </a:xfrm>
          <a:prstGeom prst="rect">
            <a:avLst/>
          </a:prstGeom>
        </p:spPr>
      </p:pic>
      <p:pic>
        <p:nvPicPr>
          <p:cNvPr id="52" name="Picture 51" descr="asset_05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919471" y="5254751"/>
            <a:ext cx="530351" cy="530351"/>
          </a:xfrm>
          <a:prstGeom prst="rect">
            <a:avLst/>
          </a:prstGeom>
        </p:spPr>
      </p:pic>
      <p:pic>
        <p:nvPicPr>
          <p:cNvPr id="53" name="Picture 52" descr="asset_052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517135" y="5273039"/>
            <a:ext cx="30479" cy="469391"/>
          </a:xfrm>
          <a:prstGeom prst="rect">
            <a:avLst/>
          </a:prstGeom>
        </p:spPr>
      </p:pic>
      <p:pic>
        <p:nvPicPr>
          <p:cNvPr id="54" name="Picture 53" descr="asset_053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083295" y="5273039"/>
            <a:ext cx="30479" cy="469391"/>
          </a:xfrm>
          <a:prstGeom prst="rect">
            <a:avLst/>
          </a:prstGeom>
        </p:spPr>
      </p:pic>
      <p:pic>
        <p:nvPicPr>
          <p:cNvPr id="55" name="Picture 54" descr="asset_054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170175" y="5315711"/>
            <a:ext cx="359663" cy="402335"/>
          </a:xfrm>
          <a:prstGeom prst="rect">
            <a:avLst/>
          </a:prstGeom>
        </p:spPr>
      </p:pic>
      <p:pic>
        <p:nvPicPr>
          <p:cNvPr id="56" name="Picture 55" descr="asset_055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004815" y="5346191"/>
            <a:ext cx="365759" cy="353567"/>
          </a:xfrm>
          <a:prstGeom prst="rect">
            <a:avLst/>
          </a:prstGeom>
        </p:spPr>
      </p:pic>
      <p:pic>
        <p:nvPicPr>
          <p:cNvPr id="57" name="Picture 56" descr="asset_056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418575" y="5370575"/>
            <a:ext cx="329183" cy="298703"/>
          </a:xfrm>
          <a:prstGeom prst="rect">
            <a:avLst/>
          </a:prstGeom>
        </p:spPr>
      </p:pic>
      <p:pic>
        <p:nvPicPr>
          <p:cNvPr id="58" name="Picture 57" descr="asset_057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285999" y="5401055"/>
            <a:ext cx="146303" cy="152399"/>
          </a:xfrm>
          <a:prstGeom prst="rect">
            <a:avLst/>
          </a:prstGeom>
        </p:spPr>
      </p:pic>
      <p:pic>
        <p:nvPicPr>
          <p:cNvPr id="59" name="Picture 58" descr="asset_058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16991" y="5986271"/>
            <a:ext cx="11551919" cy="694943"/>
          </a:xfrm>
          <a:prstGeom prst="rect">
            <a:avLst/>
          </a:prstGeom>
        </p:spPr>
      </p:pic>
      <p:pic>
        <p:nvPicPr>
          <p:cNvPr id="60" name="Picture 59" descr="asset_059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0924031" y="6144767"/>
            <a:ext cx="591311" cy="4450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79119" y="1341119"/>
            <a:ext cx="4632959" cy="4267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标题文字示例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719" y="1523999"/>
            <a:ext cx="4145279" cy="15849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Microsoft YaHei"/>
              </a:rPr>
              <a:t>正文内容示例，可编辑，文本框无填充。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